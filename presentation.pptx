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9" r:id="rId5"/>
    <p:sldId id="268" r:id="rId6"/>
    <p:sldId id="269" r:id="rId7"/>
    <p:sldId id="261" r:id="rId8"/>
    <p:sldId id="263" r:id="rId9"/>
    <p:sldId id="264" r:id="rId10"/>
    <p:sldId id="262" r:id="rId11"/>
    <p:sldId id="25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4824"/>
    <a:srgbClr val="640B06"/>
    <a:srgbClr val="633B29"/>
    <a:srgbClr val="EEE6CF"/>
    <a:srgbClr val="694023"/>
    <a:srgbClr val="79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mnaa\Desktop\Tribute_Project_Quadi-E-Azam%20-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mnaa\Desktop\Tribute_Project_Quadi-E-Azam%20-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Achievements of Quaid-e-Azam Over Time</a:t>
            </a:r>
            <a:endParaRPr lang="en-US" b="1"/>
          </a:p>
        </c:rich>
      </c:tx>
      <c:layout>
        <c:manualLayout>
          <c:xMode val="edge"/>
          <c:yMode val="edge"/>
          <c:x val="0.11622113259746175"/>
          <c:y val="3.207377857129572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'[Tribute_Project_Quadi-E-Azam -2.xlsx]Impact Analysis(Charts)'!$D$6</c:f>
              <c:strCache>
                <c:ptCount val="1"/>
                <c:pt idx="0">
                  <c:v>No. Of Achievements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'[Tribute_Project_Quadi-E-Azam -2.xlsx]Impact Analysis(Charts)'!$B$7:$B$10</c:f>
              <c:numCache>
                <c:formatCode>General</c:formatCode>
                <c:ptCount val="4"/>
                <c:pt idx="0">
                  <c:v>1916</c:v>
                </c:pt>
                <c:pt idx="1">
                  <c:v>1929</c:v>
                </c:pt>
                <c:pt idx="2">
                  <c:v>1940</c:v>
                </c:pt>
                <c:pt idx="3">
                  <c:v>1947</c:v>
                </c:pt>
              </c:numCache>
            </c:numRef>
          </c:cat>
          <c:val>
            <c:numRef>
              <c:f>'[Tribute_Project_Quadi-E-Azam -2.xlsx]Impact Analysis(Charts)'!$D$7:$D$10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22-4843-928C-239406EBB9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9217920"/>
        <c:axId val="1792294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'Impact Analysis(Charts)'!$C$6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'Impact Analysis(Charts)'!$B$7:$B$10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1916</c:v>
                      </c:pt>
                      <c:pt idx="1">
                        <c:v>1929</c:v>
                      </c:pt>
                      <c:pt idx="2">
                        <c:v>1940</c:v>
                      </c:pt>
                      <c:pt idx="3">
                        <c:v>1947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'Impact Analysis(Charts)'!$C$7:$C$10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F422-4843-928C-239406EBB96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'Impact Analysis(Charts)'!$E$6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'Impact Analysis(Charts)'!$B$7:$B$10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1916</c:v>
                      </c:pt>
                      <c:pt idx="1">
                        <c:v>1929</c:v>
                      </c:pt>
                      <c:pt idx="2">
                        <c:v>1940</c:v>
                      </c:pt>
                      <c:pt idx="3">
                        <c:v>1947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'Impact Analysis(Charts)'!$E$7:$E$10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F422-4843-928C-239406EBB965}"/>
                  </c:ext>
                </c:extLst>
              </c15:ser>
            </c15:filteredBarSeries>
          </c:ext>
        </c:extLst>
      </c:barChart>
      <c:catAx>
        <c:axId val="179217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29440"/>
        <c:crosses val="autoZero"/>
        <c:auto val="1"/>
        <c:lblAlgn val="ctr"/>
        <c:lblOffset val="100"/>
        <c:noMultiLvlLbl val="0"/>
      </c:catAx>
      <c:valAx>
        <c:axId val="179229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/>
                  <a:t>No.</a:t>
                </a:r>
                <a:r>
                  <a:rPr lang="en-US" sz="1000" b="1" baseline="0"/>
                  <a:t> Of Achievements</a:t>
                </a:r>
                <a:endParaRPr lang="en-US" sz="1000" b="1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17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6E0B06"/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Impact Level Distribution of Achievements</a:t>
            </a:r>
          </a:p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6083309911038856"/>
          <c:y val="0.21881379285096769"/>
          <c:w val="0.35109093421805798"/>
          <c:h val="0.57353531709515881"/>
        </c:manualLayout>
      </c:layout>
      <c:doughnutChart>
        <c:varyColors val="1"/>
        <c:ser>
          <c:idx val="1"/>
          <c:order val="1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0E-4836-A0D3-11ABD5430265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C0E-4836-A0D3-11ABD5430265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0E-4836-A0D3-11ABD543026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95E-4101-A8DF-2C00D36A9E1C}"/>
              </c:ext>
            </c:extLst>
          </c:dPt>
          <c:cat>
            <c:strRef>
              <c:f>'[Tribute_Project_Quadi-E-Azam -2.xlsx]Impact Analysis(Charts)'!$G$7:$G$10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'[Tribute_Project_Quadi-E-Azam -2.xlsx]Impact Analysis(Charts)'!$I$7:$I$10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0E-4836-A0D3-11ABD5430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9-F95E-4101-A8DF-2C00D36A9E1C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B-F95E-4101-A8DF-2C00D36A9E1C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D-F95E-4101-A8DF-2C00D36A9E1C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F-F95E-4101-A8DF-2C00D36A9E1C}"/>
                    </c:ext>
                  </c:extLst>
                </c:dPt>
                <c:cat>
                  <c:strRef>
                    <c:extLst>
                      <c:ext uri="{02D57815-91ED-43cb-92C2-25804820EDAC}">
                        <c15:formulaRef>
                          <c15:sqref>'Impact Analysis(Charts)'!$G$7:$G$10</c15:sqref>
                        </c15:formulaRef>
                      </c:ext>
                    </c:extLst>
                    <c:strCache>
                      <c:ptCount val="4"/>
                      <c:pt idx="0">
                        <c:v>Very High</c:v>
                      </c:pt>
                      <c:pt idx="1">
                        <c:v>High</c:v>
                      </c:pt>
                      <c:pt idx="2">
                        <c:v>Medium</c:v>
                      </c:pt>
                      <c:pt idx="3">
                        <c:v>Low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'Impact Analysis(Charts)'!$H$7:$H$10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9C0E-4836-A0D3-11ABD5430265}"/>
                  </c:ext>
                </c:extLst>
              </c15:ser>
            </c15:filteredPieSeries>
            <c15:filteredPieSeries>
              <c15:ser>
                <c:idx val="2"/>
                <c:order val="2"/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1-F95E-4101-A8DF-2C00D36A9E1C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3-F95E-4101-A8DF-2C00D36A9E1C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5-F95E-4101-A8DF-2C00D36A9E1C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17-F95E-4101-A8DF-2C00D36A9E1C}"/>
                    </c:ext>
                  </c:extLst>
                </c:dPt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'Impact Analysis(Charts)'!$G$7:$G$10</c15:sqref>
                        </c15:formulaRef>
                      </c:ext>
                    </c:extLst>
                    <c:strCache>
                      <c:ptCount val="4"/>
                      <c:pt idx="0">
                        <c:v>Very High</c:v>
                      </c:pt>
                      <c:pt idx="1">
                        <c:v>High</c:v>
                      </c:pt>
                      <c:pt idx="2">
                        <c:v>Medium</c:v>
                      </c:pt>
                      <c:pt idx="3">
                        <c:v>Low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'Impact Analysis(Charts)'!$J$7:$J$10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C0E-4836-A0D3-11ABD5430265}"/>
                  </c:ext>
                </c:extLst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04135811594892"/>
          <c:y val="0.85510370166975935"/>
          <c:w val="0.52000125579663781"/>
          <c:h val="0.115795901579555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6E0B06"/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9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3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2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4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6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8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1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6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0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7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2FFFF-F83F-4236-8769-356C75F5C6E1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B83B7-0C05-4934-AA04-E16B0E8A4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61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573016"/>
            <a:ext cx="9144000" cy="1485247"/>
          </a:xfrm>
        </p:spPr>
        <p:txBody>
          <a:bodyPr>
            <a:normAutofit/>
          </a:bodyPr>
          <a:lstStyle/>
          <a:p>
            <a:pPr>
              <a:lnSpc>
                <a:spcPct val="92000"/>
              </a:lnSpc>
            </a:pPr>
            <a:r>
              <a:rPr lang="pt-BR" sz="2000" b="1" dirty="0" smtClean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rPr>
              <a:t>Quaid-e-Azam</a:t>
            </a:r>
            <a:r>
              <a:rPr lang="pt-BR" sz="4000" b="1" dirty="0" smtClean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rPr>
              <a:t/>
            </a:r>
            <a:br>
              <a:rPr lang="pt-BR" sz="4000" b="1" dirty="0" smtClean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rPr>
            </a:br>
            <a:r>
              <a:rPr lang="pt-BR" sz="6700" b="1" dirty="0" smtClean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rPr>
              <a:t>Muhammad Ali Jinnah</a:t>
            </a:r>
            <a:endParaRPr lang="en-US" sz="6700" b="1" dirty="0">
              <a:solidFill>
                <a:srgbClr val="640B06"/>
              </a:solidFill>
              <a:latin typeface="Playfair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3728" y="4797152"/>
            <a:ext cx="5040560" cy="406896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rgbClr val="694023"/>
                </a:solidFill>
                <a:latin typeface="Playfair Display" pitchFamily="2" charset="0"/>
                <a:cs typeface="Times New Roman" panose="02020603050405020304" pitchFamily="18" charset="0"/>
              </a:rPr>
              <a:t>Single Page Tribute Website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503748" y="6381328"/>
            <a:ext cx="4280520" cy="406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Final </a:t>
            </a:r>
            <a:r>
              <a:rPr lang="en-US" sz="1800" b="1" dirty="0" smtClean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AICT</a:t>
            </a:r>
            <a:r>
              <a:rPr lang="en-US" sz="1800" b="1" dirty="0" smtClean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 </a:t>
            </a:r>
            <a:r>
              <a:rPr lang="en-US" sz="1800" b="1" dirty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P</a:t>
            </a:r>
            <a:r>
              <a:rPr lang="en-US" sz="1800" b="1" dirty="0" smtClean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roject</a:t>
            </a:r>
            <a:endParaRPr lang="en-US" sz="1800" b="1" dirty="0" smtClean="0">
              <a:solidFill>
                <a:srgbClr val="640B06"/>
              </a:solidFill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75856" y="398441"/>
            <a:ext cx="2592288" cy="30243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" t="-7136" r="5" b="-7136"/>
            </a:stretch>
          </a:blipFill>
          <a:ln>
            <a:solidFill>
              <a:srgbClr val="640B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GROUP MEMBERS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39105" y="1556792"/>
            <a:ext cx="1986690" cy="2488342"/>
            <a:chOff x="539105" y="1556792"/>
            <a:chExt cx="1986690" cy="2488342"/>
          </a:xfrm>
        </p:grpSpPr>
        <p:sp>
          <p:nvSpPr>
            <p:cNvPr id="63" name="Freeform: Shape 55">
              <a:extLst>
                <a:ext uri="{FF2B5EF4-FFF2-40B4-BE49-F238E27FC236}">
                  <a16:creationId xmlns:a16="http://schemas.microsoft.com/office/drawing/2014/main" id="{5E051696-EAFB-401E-81A2-49C24A18D84D}"/>
                </a:ext>
              </a:extLst>
            </p:cNvPr>
            <p:cNvSpPr/>
            <p:nvPr/>
          </p:nvSpPr>
          <p:spPr>
            <a:xfrm>
              <a:off x="1907704" y="1556792"/>
              <a:ext cx="618091" cy="662113"/>
            </a:xfrm>
            <a:custGeom>
              <a:avLst/>
              <a:gdLst>
                <a:gd name="connsiteX0" fmla="*/ 628936 w 762190"/>
                <a:gd name="connsiteY0" fmla="*/ 0 h 762190"/>
                <a:gd name="connsiteX1" fmla="*/ 762190 w 762190"/>
                <a:gd name="connsiteY1" fmla="*/ 133255 h 762190"/>
                <a:gd name="connsiteX2" fmla="*/ 762190 w 762190"/>
                <a:gd name="connsiteY2" fmla="*/ 628936 h 762190"/>
                <a:gd name="connsiteX3" fmla="*/ 628936 w 762190"/>
                <a:gd name="connsiteY3" fmla="*/ 762191 h 762190"/>
                <a:gd name="connsiteX4" fmla="*/ 133255 w 762190"/>
                <a:gd name="connsiteY4" fmla="*/ 762191 h 762190"/>
                <a:gd name="connsiteX5" fmla="*/ 0 w 762190"/>
                <a:gd name="connsiteY5" fmla="*/ 628936 h 762190"/>
                <a:gd name="connsiteX6" fmla="*/ 0 w 762190"/>
                <a:gd name="connsiteY6" fmla="*/ 133255 h 762190"/>
                <a:gd name="connsiteX7" fmla="*/ 133255 w 762190"/>
                <a:gd name="connsiteY7" fmla="*/ 0 h 76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190" h="762190">
                  <a:moveTo>
                    <a:pt x="628936" y="0"/>
                  </a:moveTo>
                  <a:cubicBezTo>
                    <a:pt x="702530" y="0"/>
                    <a:pt x="762190" y="59660"/>
                    <a:pt x="762190" y="133255"/>
                  </a:cubicBezTo>
                  <a:lnTo>
                    <a:pt x="762190" y="628936"/>
                  </a:lnTo>
                  <a:cubicBezTo>
                    <a:pt x="762190" y="702531"/>
                    <a:pt x="702530" y="762191"/>
                    <a:pt x="628936" y="762191"/>
                  </a:cubicBezTo>
                  <a:lnTo>
                    <a:pt x="133255" y="762191"/>
                  </a:lnTo>
                  <a:cubicBezTo>
                    <a:pt x="59660" y="762191"/>
                    <a:pt x="0" y="702530"/>
                    <a:pt x="0" y="628936"/>
                  </a:cubicBezTo>
                  <a:lnTo>
                    <a:pt x="0" y="133255"/>
                  </a:lnTo>
                  <a:cubicBezTo>
                    <a:pt x="0" y="59660"/>
                    <a:pt x="59660" y="0"/>
                    <a:pt x="133255" y="0"/>
                  </a:cubicBezTo>
                  <a:close/>
                </a:path>
              </a:pathLst>
            </a:custGeom>
            <a:solidFill>
              <a:srgbClr val="640B06"/>
            </a:solidFill>
            <a:ln w="9525" cap="flat">
              <a:solidFill>
                <a:srgbClr val="633B2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4CD27D6-1314-40E7-A77D-2FE8CFBB0847}"/>
                </a:ext>
              </a:extLst>
            </p:cNvPr>
            <p:cNvSpPr txBox="1"/>
            <p:nvPr/>
          </p:nvSpPr>
          <p:spPr>
            <a:xfrm>
              <a:off x="539105" y="3645024"/>
              <a:ext cx="18006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(2025-CS-243)</a:t>
              </a:r>
              <a:endParaRPr lang="en-US" sz="2000" dirty="0">
                <a:gradFill>
                  <a:gsLst>
                    <a:gs pos="0">
                      <a:srgbClr val="1555FD"/>
                    </a:gs>
                    <a:gs pos="100000">
                      <a:srgbClr val="5680F8"/>
                    </a:gs>
                  </a:gsLst>
                  <a:lin ang="10800000" scaled="1"/>
                </a:gra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E57C047-0ADC-40A2-B0D4-5722849C9A0E}"/>
                </a:ext>
              </a:extLst>
            </p:cNvPr>
            <p:cNvSpPr txBox="1"/>
            <p:nvPr/>
          </p:nvSpPr>
          <p:spPr>
            <a:xfrm>
              <a:off x="539552" y="3284984"/>
              <a:ext cx="18006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err="1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Fasih</a:t>
              </a:r>
              <a:r>
                <a:rPr lang="en-US" sz="22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</a:t>
              </a:r>
              <a:r>
                <a:rPr lang="en-US" sz="2200" b="1" dirty="0" err="1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Ullah</a:t>
              </a:r>
              <a:endParaRPr lang="en-US" sz="2200" dirty="0">
                <a:solidFill>
                  <a:schemeClr val="bg2">
                    <a:lumMod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27584" y="1772817"/>
              <a:ext cx="1378428" cy="1323857"/>
            </a:xfrm>
            <a:prstGeom prst="round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927" t="1052" r="-6151" b="1052"/>
              </a:stretch>
            </a:blip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69533" y="2636912"/>
              <a:ext cx="618091" cy="662113"/>
              <a:chOff x="395536" y="2765972"/>
              <a:chExt cx="618091" cy="662113"/>
            </a:xfrm>
            <a:solidFill>
              <a:srgbClr val="EEE6CF"/>
            </a:solidFill>
          </p:grpSpPr>
          <p:sp>
            <p:nvSpPr>
              <p:cNvPr id="73" name="Freeform: Shape 61">
                <a:extLst>
                  <a:ext uri="{FF2B5EF4-FFF2-40B4-BE49-F238E27FC236}">
                    <a16:creationId xmlns:a16="http://schemas.microsoft.com/office/drawing/2014/main" id="{1EC36F47-C296-4B17-94FE-4F8144745067}"/>
                  </a:ext>
                </a:extLst>
              </p:cNvPr>
              <p:cNvSpPr/>
              <p:nvPr/>
            </p:nvSpPr>
            <p:spPr>
              <a:xfrm>
                <a:off x="395536" y="2765972"/>
                <a:ext cx="618091" cy="662113"/>
              </a:xfrm>
              <a:custGeom>
                <a:avLst/>
                <a:gdLst>
                  <a:gd name="connsiteX0" fmla="*/ 628936 w 762190"/>
                  <a:gd name="connsiteY0" fmla="*/ 0 h 762190"/>
                  <a:gd name="connsiteX1" fmla="*/ 762191 w 762190"/>
                  <a:gd name="connsiteY1" fmla="*/ 133255 h 762190"/>
                  <a:gd name="connsiteX2" fmla="*/ 762191 w 762190"/>
                  <a:gd name="connsiteY2" fmla="*/ 628936 h 762190"/>
                  <a:gd name="connsiteX3" fmla="*/ 628936 w 762190"/>
                  <a:gd name="connsiteY3" fmla="*/ 762190 h 762190"/>
                  <a:gd name="connsiteX4" fmla="*/ 133255 w 762190"/>
                  <a:gd name="connsiteY4" fmla="*/ 762190 h 762190"/>
                  <a:gd name="connsiteX5" fmla="*/ 0 w 762190"/>
                  <a:gd name="connsiteY5" fmla="*/ 628936 h 762190"/>
                  <a:gd name="connsiteX6" fmla="*/ 0 w 762190"/>
                  <a:gd name="connsiteY6" fmla="*/ 133255 h 762190"/>
                  <a:gd name="connsiteX7" fmla="*/ 133255 w 762190"/>
                  <a:gd name="connsiteY7" fmla="*/ 0 h 76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0" h="762190">
                    <a:moveTo>
                      <a:pt x="628936" y="0"/>
                    </a:moveTo>
                    <a:cubicBezTo>
                      <a:pt x="702530" y="0"/>
                      <a:pt x="762191" y="59660"/>
                      <a:pt x="762191" y="133255"/>
                    </a:cubicBezTo>
                    <a:lnTo>
                      <a:pt x="762191" y="628936"/>
                    </a:lnTo>
                    <a:cubicBezTo>
                      <a:pt x="762191" y="702530"/>
                      <a:pt x="702530" y="762190"/>
                      <a:pt x="628936" y="762190"/>
                    </a:cubicBezTo>
                    <a:lnTo>
                      <a:pt x="133255" y="762190"/>
                    </a:lnTo>
                    <a:cubicBezTo>
                      <a:pt x="59660" y="762190"/>
                      <a:pt x="0" y="702530"/>
                      <a:pt x="0" y="628936"/>
                    </a:cubicBezTo>
                    <a:lnTo>
                      <a:pt x="0" y="133255"/>
                    </a:lnTo>
                    <a:cubicBezTo>
                      <a:pt x="0" y="59660"/>
                      <a:pt x="59660" y="0"/>
                      <a:pt x="133255" y="0"/>
                    </a:cubicBezTo>
                    <a:close/>
                  </a:path>
                </a:pathLst>
              </a:custGeom>
              <a:solidFill>
                <a:srgbClr val="640B06"/>
              </a:solidFill>
              <a:ln w="9525" cap="flat">
                <a:solidFill>
                  <a:srgbClr val="640B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Montserrat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5201A64-BFD4-456E-89B4-2ED642C53A45}"/>
                  </a:ext>
                </a:extLst>
              </p:cNvPr>
              <p:cNvSpPr txBox="1"/>
              <p:nvPr/>
            </p:nvSpPr>
            <p:spPr>
              <a:xfrm>
                <a:off x="437753" y="2866072"/>
                <a:ext cx="534121" cy="530915"/>
              </a:xfrm>
              <a:prstGeom prst="rect">
                <a:avLst/>
              </a:prstGeom>
              <a:solidFill>
                <a:srgbClr val="640B06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50" dirty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  <a:sym typeface="Poppins"/>
                    <a:rtl val="0"/>
                  </a:rPr>
                  <a:t>01</a:t>
                </a: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3578655" y="1556792"/>
            <a:ext cx="1986690" cy="2488342"/>
            <a:chOff x="3578655" y="1556792"/>
            <a:chExt cx="1986690" cy="2488342"/>
          </a:xfrm>
        </p:grpSpPr>
        <p:sp>
          <p:nvSpPr>
            <p:cNvPr id="110" name="Freeform: Shape 55">
              <a:extLst>
                <a:ext uri="{FF2B5EF4-FFF2-40B4-BE49-F238E27FC236}">
                  <a16:creationId xmlns:a16="http://schemas.microsoft.com/office/drawing/2014/main" id="{5E051696-EAFB-401E-81A2-49C24A18D84D}"/>
                </a:ext>
              </a:extLst>
            </p:cNvPr>
            <p:cNvSpPr/>
            <p:nvPr/>
          </p:nvSpPr>
          <p:spPr>
            <a:xfrm>
              <a:off x="4947254" y="1556792"/>
              <a:ext cx="618091" cy="662113"/>
            </a:xfrm>
            <a:custGeom>
              <a:avLst/>
              <a:gdLst>
                <a:gd name="connsiteX0" fmla="*/ 628936 w 762190"/>
                <a:gd name="connsiteY0" fmla="*/ 0 h 762190"/>
                <a:gd name="connsiteX1" fmla="*/ 762190 w 762190"/>
                <a:gd name="connsiteY1" fmla="*/ 133255 h 762190"/>
                <a:gd name="connsiteX2" fmla="*/ 762190 w 762190"/>
                <a:gd name="connsiteY2" fmla="*/ 628936 h 762190"/>
                <a:gd name="connsiteX3" fmla="*/ 628936 w 762190"/>
                <a:gd name="connsiteY3" fmla="*/ 762191 h 762190"/>
                <a:gd name="connsiteX4" fmla="*/ 133255 w 762190"/>
                <a:gd name="connsiteY4" fmla="*/ 762191 h 762190"/>
                <a:gd name="connsiteX5" fmla="*/ 0 w 762190"/>
                <a:gd name="connsiteY5" fmla="*/ 628936 h 762190"/>
                <a:gd name="connsiteX6" fmla="*/ 0 w 762190"/>
                <a:gd name="connsiteY6" fmla="*/ 133255 h 762190"/>
                <a:gd name="connsiteX7" fmla="*/ 133255 w 762190"/>
                <a:gd name="connsiteY7" fmla="*/ 0 h 76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190" h="762190">
                  <a:moveTo>
                    <a:pt x="628936" y="0"/>
                  </a:moveTo>
                  <a:cubicBezTo>
                    <a:pt x="702530" y="0"/>
                    <a:pt x="762190" y="59660"/>
                    <a:pt x="762190" y="133255"/>
                  </a:cubicBezTo>
                  <a:lnTo>
                    <a:pt x="762190" y="628936"/>
                  </a:lnTo>
                  <a:cubicBezTo>
                    <a:pt x="762190" y="702531"/>
                    <a:pt x="702530" y="762191"/>
                    <a:pt x="628936" y="762191"/>
                  </a:cubicBezTo>
                  <a:lnTo>
                    <a:pt x="133255" y="762191"/>
                  </a:lnTo>
                  <a:cubicBezTo>
                    <a:pt x="59660" y="762191"/>
                    <a:pt x="0" y="702530"/>
                    <a:pt x="0" y="628936"/>
                  </a:cubicBezTo>
                  <a:lnTo>
                    <a:pt x="0" y="133255"/>
                  </a:lnTo>
                  <a:cubicBezTo>
                    <a:pt x="0" y="59660"/>
                    <a:pt x="59660" y="0"/>
                    <a:pt x="133255" y="0"/>
                  </a:cubicBezTo>
                  <a:close/>
                </a:path>
              </a:pathLst>
            </a:custGeom>
            <a:solidFill>
              <a:srgbClr val="640B06"/>
            </a:solidFill>
            <a:ln w="9525" cap="flat">
              <a:solidFill>
                <a:srgbClr val="633B2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4CD27D6-1314-40E7-A77D-2FE8CFBB0847}"/>
                </a:ext>
              </a:extLst>
            </p:cNvPr>
            <p:cNvSpPr txBox="1"/>
            <p:nvPr/>
          </p:nvSpPr>
          <p:spPr>
            <a:xfrm>
              <a:off x="3578655" y="3645024"/>
              <a:ext cx="18006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(</a:t>
              </a:r>
              <a:r>
                <a:rPr lang="en-US" sz="20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2025-CS-249)</a:t>
              </a:r>
              <a:endParaRPr lang="en-US" sz="2000" dirty="0">
                <a:gradFill>
                  <a:gsLst>
                    <a:gs pos="0">
                      <a:srgbClr val="1555FD"/>
                    </a:gs>
                    <a:gs pos="100000">
                      <a:srgbClr val="5680F8"/>
                    </a:gs>
                  </a:gsLst>
                  <a:lin ang="10800000" scaled="1"/>
                </a:gra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E57C047-0ADC-40A2-B0D4-5722849C9A0E}"/>
                </a:ext>
              </a:extLst>
            </p:cNvPr>
            <p:cNvSpPr txBox="1"/>
            <p:nvPr/>
          </p:nvSpPr>
          <p:spPr>
            <a:xfrm>
              <a:off x="3579102" y="3284984"/>
              <a:ext cx="180064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err="1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Laiba</a:t>
              </a:r>
              <a:r>
                <a:rPr lang="en-US" sz="22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</a:t>
              </a:r>
              <a:r>
                <a:rPr lang="en-US" sz="2200" b="1" dirty="0" err="1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Akram</a:t>
              </a:r>
              <a:endParaRPr lang="en-US" sz="2200" dirty="0">
                <a:solidFill>
                  <a:schemeClr val="bg2">
                    <a:lumMod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3867134" y="1772817"/>
              <a:ext cx="1368000" cy="1323857"/>
            </a:xfrm>
            <a:prstGeom prst="round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5407" t="-4387" r="-16172" b="-4387"/>
              </a:stretch>
            </a:blip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/>
            <p:cNvGrpSpPr/>
            <p:nvPr/>
          </p:nvGrpSpPr>
          <p:grpSpPr>
            <a:xfrm>
              <a:off x="3609083" y="2636912"/>
              <a:ext cx="618091" cy="662113"/>
              <a:chOff x="395536" y="2765972"/>
              <a:chExt cx="618091" cy="662113"/>
            </a:xfrm>
            <a:solidFill>
              <a:srgbClr val="EEE6CF"/>
            </a:solidFill>
          </p:grpSpPr>
          <p:sp>
            <p:nvSpPr>
              <p:cNvPr id="115" name="Freeform: Shape 61">
                <a:extLst>
                  <a:ext uri="{FF2B5EF4-FFF2-40B4-BE49-F238E27FC236}">
                    <a16:creationId xmlns:a16="http://schemas.microsoft.com/office/drawing/2014/main" id="{1EC36F47-C296-4B17-94FE-4F8144745067}"/>
                  </a:ext>
                </a:extLst>
              </p:cNvPr>
              <p:cNvSpPr/>
              <p:nvPr/>
            </p:nvSpPr>
            <p:spPr>
              <a:xfrm>
                <a:off x="395536" y="2765972"/>
                <a:ext cx="618091" cy="662113"/>
              </a:xfrm>
              <a:custGeom>
                <a:avLst/>
                <a:gdLst>
                  <a:gd name="connsiteX0" fmla="*/ 628936 w 762190"/>
                  <a:gd name="connsiteY0" fmla="*/ 0 h 762190"/>
                  <a:gd name="connsiteX1" fmla="*/ 762191 w 762190"/>
                  <a:gd name="connsiteY1" fmla="*/ 133255 h 762190"/>
                  <a:gd name="connsiteX2" fmla="*/ 762191 w 762190"/>
                  <a:gd name="connsiteY2" fmla="*/ 628936 h 762190"/>
                  <a:gd name="connsiteX3" fmla="*/ 628936 w 762190"/>
                  <a:gd name="connsiteY3" fmla="*/ 762190 h 762190"/>
                  <a:gd name="connsiteX4" fmla="*/ 133255 w 762190"/>
                  <a:gd name="connsiteY4" fmla="*/ 762190 h 762190"/>
                  <a:gd name="connsiteX5" fmla="*/ 0 w 762190"/>
                  <a:gd name="connsiteY5" fmla="*/ 628936 h 762190"/>
                  <a:gd name="connsiteX6" fmla="*/ 0 w 762190"/>
                  <a:gd name="connsiteY6" fmla="*/ 133255 h 762190"/>
                  <a:gd name="connsiteX7" fmla="*/ 133255 w 762190"/>
                  <a:gd name="connsiteY7" fmla="*/ 0 h 76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0" h="762190">
                    <a:moveTo>
                      <a:pt x="628936" y="0"/>
                    </a:moveTo>
                    <a:cubicBezTo>
                      <a:pt x="702530" y="0"/>
                      <a:pt x="762191" y="59660"/>
                      <a:pt x="762191" y="133255"/>
                    </a:cubicBezTo>
                    <a:lnTo>
                      <a:pt x="762191" y="628936"/>
                    </a:lnTo>
                    <a:cubicBezTo>
                      <a:pt x="762191" y="702530"/>
                      <a:pt x="702530" y="762190"/>
                      <a:pt x="628936" y="762190"/>
                    </a:cubicBezTo>
                    <a:lnTo>
                      <a:pt x="133255" y="762190"/>
                    </a:lnTo>
                    <a:cubicBezTo>
                      <a:pt x="59660" y="762190"/>
                      <a:pt x="0" y="702530"/>
                      <a:pt x="0" y="628936"/>
                    </a:cubicBezTo>
                    <a:lnTo>
                      <a:pt x="0" y="133255"/>
                    </a:lnTo>
                    <a:cubicBezTo>
                      <a:pt x="0" y="59660"/>
                      <a:pt x="59660" y="0"/>
                      <a:pt x="133255" y="0"/>
                    </a:cubicBezTo>
                    <a:close/>
                  </a:path>
                </a:pathLst>
              </a:custGeom>
              <a:solidFill>
                <a:srgbClr val="640B06"/>
              </a:solidFill>
              <a:ln w="9525" cap="flat">
                <a:solidFill>
                  <a:srgbClr val="640B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Montserrat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5201A64-BFD4-456E-89B4-2ED642C53A45}"/>
                  </a:ext>
                </a:extLst>
              </p:cNvPr>
              <p:cNvSpPr txBox="1"/>
              <p:nvPr/>
            </p:nvSpPr>
            <p:spPr>
              <a:xfrm>
                <a:off x="437753" y="2866072"/>
                <a:ext cx="534121" cy="530915"/>
              </a:xfrm>
              <a:prstGeom prst="rect">
                <a:avLst/>
              </a:prstGeom>
              <a:solidFill>
                <a:srgbClr val="640B06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5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  <a:sym typeface="Poppins"/>
                    <a:rtl val="0"/>
                  </a:rPr>
                  <a:t>02</a:t>
                </a:r>
                <a:endParaRPr lang="en-US" sz="285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Poppins"/>
                  <a:rtl val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6618205" y="1556792"/>
            <a:ext cx="1986690" cy="2488342"/>
            <a:chOff x="539105" y="1556792"/>
            <a:chExt cx="1986690" cy="2488342"/>
          </a:xfrm>
        </p:grpSpPr>
        <p:sp>
          <p:nvSpPr>
            <p:cNvPr id="118" name="Freeform: Shape 55">
              <a:extLst>
                <a:ext uri="{FF2B5EF4-FFF2-40B4-BE49-F238E27FC236}">
                  <a16:creationId xmlns:a16="http://schemas.microsoft.com/office/drawing/2014/main" id="{5E051696-EAFB-401E-81A2-49C24A18D84D}"/>
                </a:ext>
              </a:extLst>
            </p:cNvPr>
            <p:cNvSpPr/>
            <p:nvPr/>
          </p:nvSpPr>
          <p:spPr>
            <a:xfrm>
              <a:off x="1907704" y="1556792"/>
              <a:ext cx="618091" cy="662113"/>
            </a:xfrm>
            <a:custGeom>
              <a:avLst/>
              <a:gdLst>
                <a:gd name="connsiteX0" fmla="*/ 628936 w 762190"/>
                <a:gd name="connsiteY0" fmla="*/ 0 h 762190"/>
                <a:gd name="connsiteX1" fmla="*/ 762190 w 762190"/>
                <a:gd name="connsiteY1" fmla="*/ 133255 h 762190"/>
                <a:gd name="connsiteX2" fmla="*/ 762190 w 762190"/>
                <a:gd name="connsiteY2" fmla="*/ 628936 h 762190"/>
                <a:gd name="connsiteX3" fmla="*/ 628936 w 762190"/>
                <a:gd name="connsiteY3" fmla="*/ 762191 h 762190"/>
                <a:gd name="connsiteX4" fmla="*/ 133255 w 762190"/>
                <a:gd name="connsiteY4" fmla="*/ 762191 h 762190"/>
                <a:gd name="connsiteX5" fmla="*/ 0 w 762190"/>
                <a:gd name="connsiteY5" fmla="*/ 628936 h 762190"/>
                <a:gd name="connsiteX6" fmla="*/ 0 w 762190"/>
                <a:gd name="connsiteY6" fmla="*/ 133255 h 762190"/>
                <a:gd name="connsiteX7" fmla="*/ 133255 w 762190"/>
                <a:gd name="connsiteY7" fmla="*/ 0 h 76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190" h="762190">
                  <a:moveTo>
                    <a:pt x="628936" y="0"/>
                  </a:moveTo>
                  <a:cubicBezTo>
                    <a:pt x="702530" y="0"/>
                    <a:pt x="762190" y="59660"/>
                    <a:pt x="762190" y="133255"/>
                  </a:cubicBezTo>
                  <a:lnTo>
                    <a:pt x="762190" y="628936"/>
                  </a:lnTo>
                  <a:cubicBezTo>
                    <a:pt x="762190" y="702531"/>
                    <a:pt x="702530" y="762191"/>
                    <a:pt x="628936" y="762191"/>
                  </a:cubicBezTo>
                  <a:lnTo>
                    <a:pt x="133255" y="762191"/>
                  </a:lnTo>
                  <a:cubicBezTo>
                    <a:pt x="59660" y="762191"/>
                    <a:pt x="0" y="702530"/>
                    <a:pt x="0" y="628936"/>
                  </a:cubicBezTo>
                  <a:lnTo>
                    <a:pt x="0" y="133255"/>
                  </a:lnTo>
                  <a:cubicBezTo>
                    <a:pt x="0" y="59660"/>
                    <a:pt x="59660" y="0"/>
                    <a:pt x="133255" y="0"/>
                  </a:cubicBezTo>
                  <a:close/>
                </a:path>
              </a:pathLst>
            </a:custGeom>
            <a:solidFill>
              <a:srgbClr val="640B06"/>
            </a:solidFill>
            <a:ln w="9525" cap="flat">
              <a:solidFill>
                <a:srgbClr val="633B2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4CD27D6-1314-40E7-A77D-2FE8CFBB0847}"/>
                </a:ext>
              </a:extLst>
            </p:cNvPr>
            <p:cNvSpPr txBox="1"/>
            <p:nvPr/>
          </p:nvSpPr>
          <p:spPr>
            <a:xfrm>
              <a:off x="539105" y="3645024"/>
              <a:ext cx="1986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 (2025-CS-264)</a:t>
              </a:r>
              <a:endParaRPr lang="en-US" sz="2000" dirty="0">
                <a:gradFill>
                  <a:gsLst>
                    <a:gs pos="0">
                      <a:srgbClr val="1555FD"/>
                    </a:gs>
                    <a:gs pos="100000">
                      <a:srgbClr val="5680F8"/>
                    </a:gs>
                  </a:gsLst>
                  <a:lin ang="10800000" scaled="1"/>
                </a:gra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E57C047-0ADC-40A2-B0D4-5722849C9A0E}"/>
                </a:ext>
              </a:extLst>
            </p:cNvPr>
            <p:cNvSpPr txBox="1"/>
            <p:nvPr/>
          </p:nvSpPr>
          <p:spPr>
            <a:xfrm>
              <a:off x="539552" y="3284984"/>
              <a:ext cx="19862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Hamza Zahid</a:t>
              </a:r>
              <a:endParaRPr lang="en-US" sz="2200" dirty="0">
                <a:solidFill>
                  <a:schemeClr val="bg2">
                    <a:lumMod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827584" y="1772817"/>
              <a:ext cx="1378428" cy="1323857"/>
            </a:xfrm>
            <a:prstGeom prst="round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3" name="Group 132"/>
            <p:cNvGrpSpPr/>
            <p:nvPr/>
          </p:nvGrpSpPr>
          <p:grpSpPr>
            <a:xfrm>
              <a:off x="569533" y="2636912"/>
              <a:ext cx="618091" cy="662113"/>
              <a:chOff x="395536" y="2765972"/>
              <a:chExt cx="618091" cy="662113"/>
            </a:xfrm>
            <a:solidFill>
              <a:srgbClr val="EEE6CF"/>
            </a:solidFill>
          </p:grpSpPr>
          <p:sp>
            <p:nvSpPr>
              <p:cNvPr id="134" name="Freeform: Shape 61">
                <a:extLst>
                  <a:ext uri="{FF2B5EF4-FFF2-40B4-BE49-F238E27FC236}">
                    <a16:creationId xmlns:a16="http://schemas.microsoft.com/office/drawing/2014/main" id="{1EC36F47-C296-4B17-94FE-4F8144745067}"/>
                  </a:ext>
                </a:extLst>
              </p:cNvPr>
              <p:cNvSpPr/>
              <p:nvPr/>
            </p:nvSpPr>
            <p:spPr>
              <a:xfrm>
                <a:off x="395536" y="2765972"/>
                <a:ext cx="618091" cy="662113"/>
              </a:xfrm>
              <a:custGeom>
                <a:avLst/>
                <a:gdLst>
                  <a:gd name="connsiteX0" fmla="*/ 628936 w 762190"/>
                  <a:gd name="connsiteY0" fmla="*/ 0 h 762190"/>
                  <a:gd name="connsiteX1" fmla="*/ 762191 w 762190"/>
                  <a:gd name="connsiteY1" fmla="*/ 133255 h 762190"/>
                  <a:gd name="connsiteX2" fmla="*/ 762191 w 762190"/>
                  <a:gd name="connsiteY2" fmla="*/ 628936 h 762190"/>
                  <a:gd name="connsiteX3" fmla="*/ 628936 w 762190"/>
                  <a:gd name="connsiteY3" fmla="*/ 762190 h 762190"/>
                  <a:gd name="connsiteX4" fmla="*/ 133255 w 762190"/>
                  <a:gd name="connsiteY4" fmla="*/ 762190 h 762190"/>
                  <a:gd name="connsiteX5" fmla="*/ 0 w 762190"/>
                  <a:gd name="connsiteY5" fmla="*/ 628936 h 762190"/>
                  <a:gd name="connsiteX6" fmla="*/ 0 w 762190"/>
                  <a:gd name="connsiteY6" fmla="*/ 133255 h 762190"/>
                  <a:gd name="connsiteX7" fmla="*/ 133255 w 762190"/>
                  <a:gd name="connsiteY7" fmla="*/ 0 h 76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0" h="762190">
                    <a:moveTo>
                      <a:pt x="628936" y="0"/>
                    </a:moveTo>
                    <a:cubicBezTo>
                      <a:pt x="702530" y="0"/>
                      <a:pt x="762191" y="59660"/>
                      <a:pt x="762191" y="133255"/>
                    </a:cubicBezTo>
                    <a:lnTo>
                      <a:pt x="762191" y="628936"/>
                    </a:lnTo>
                    <a:cubicBezTo>
                      <a:pt x="762191" y="702530"/>
                      <a:pt x="702530" y="762190"/>
                      <a:pt x="628936" y="762190"/>
                    </a:cubicBezTo>
                    <a:lnTo>
                      <a:pt x="133255" y="762190"/>
                    </a:lnTo>
                    <a:cubicBezTo>
                      <a:pt x="59660" y="762190"/>
                      <a:pt x="0" y="702530"/>
                      <a:pt x="0" y="628936"/>
                    </a:cubicBezTo>
                    <a:lnTo>
                      <a:pt x="0" y="133255"/>
                    </a:lnTo>
                    <a:cubicBezTo>
                      <a:pt x="0" y="59660"/>
                      <a:pt x="59660" y="0"/>
                      <a:pt x="133255" y="0"/>
                    </a:cubicBezTo>
                    <a:close/>
                  </a:path>
                </a:pathLst>
              </a:custGeom>
              <a:solidFill>
                <a:srgbClr val="640B06"/>
              </a:solidFill>
              <a:ln w="9525" cap="flat">
                <a:solidFill>
                  <a:srgbClr val="640B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Montserrat"/>
                </a:endParaRP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5201A64-BFD4-456E-89B4-2ED642C53A45}"/>
                  </a:ext>
                </a:extLst>
              </p:cNvPr>
              <p:cNvSpPr txBox="1"/>
              <p:nvPr/>
            </p:nvSpPr>
            <p:spPr>
              <a:xfrm>
                <a:off x="437753" y="2866072"/>
                <a:ext cx="534121" cy="530915"/>
              </a:xfrm>
              <a:prstGeom prst="rect">
                <a:avLst/>
              </a:prstGeom>
              <a:solidFill>
                <a:srgbClr val="640B06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5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  <a:sym typeface="Poppins"/>
                    <a:rtl val="0"/>
                  </a:rPr>
                  <a:t>03</a:t>
                </a:r>
                <a:endParaRPr lang="en-US" sz="285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Poppins"/>
                  <a:rtl val="0"/>
                </a:endParaRPr>
              </a:p>
            </p:txBody>
          </p:sp>
        </p:grpSp>
      </p:grpSp>
      <p:grpSp>
        <p:nvGrpSpPr>
          <p:cNvPr id="136" name="Group 135"/>
          <p:cNvGrpSpPr/>
          <p:nvPr/>
        </p:nvGrpSpPr>
        <p:grpSpPr>
          <a:xfrm>
            <a:off x="1685690" y="4045134"/>
            <a:ext cx="1986690" cy="2488342"/>
            <a:chOff x="539105" y="1556792"/>
            <a:chExt cx="1986690" cy="2488342"/>
          </a:xfrm>
        </p:grpSpPr>
        <p:sp>
          <p:nvSpPr>
            <p:cNvPr id="137" name="Freeform: Shape 55">
              <a:extLst>
                <a:ext uri="{FF2B5EF4-FFF2-40B4-BE49-F238E27FC236}">
                  <a16:creationId xmlns:a16="http://schemas.microsoft.com/office/drawing/2014/main" id="{5E051696-EAFB-401E-81A2-49C24A18D84D}"/>
                </a:ext>
              </a:extLst>
            </p:cNvPr>
            <p:cNvSpPr/>
            <p:nvPr/>
          </p:nvSpPr>
          <p:spPr>
            <a:xfrm>
              <a:off x="1907704" y="1556792"/>
              <a:ext cx="618091" cy="662113"/>
            </a:xfrm>
            <a:custGeom>
              <a:avLst/>
              <a:gdLst>
                <a:gd name="connsiteX0" fmla="*/ 628936 w 762190"/>
                <a:gd name="connsiteY0" fmla="*/ 0 h 762190"/>
                <a:gd name="connsiteX1" fmla="*/ 762190 w 762190"/>
                <a:gd name="connsiteY1" fmla="*/ 133255 h 762190"/>
                <a:gd name="connsiteX2" fmla="*/ 762190 w 762190"/>
                <a:gd name="connsiteY2" fmla="*/ 628936 h 762190"/>
                <a:gd name="connsiteX3" fmla="*/ 628936 w 762190"/>
                <a:gd name="connsiteY3" fmla="*/ 762191 h 762190"/>
                <a:gd name="connsiteX4" fmla="*/ 133255 w 762190"/>
                <a:gd name="connsiteY4" fmla="*/ 762191 h 762190"/>
                <a:gd name="connsiteX5" fmla="*/ 0 w 762190"/>
                <a:gd name="connsiteY5" fmla="*/ 628936 h 762190"/>
                <a:gd name="connsiteX6" fmla="*/ 0 w 762190"/>
                <a:gd name="connsiteY6" fmla="*/ 133255 h 762190"/>
                <a:gd name="connsiteX7" fmla="*/ 133255 w 762190"/>
                <a:gd name="connsiteY7" fmla="*/ 0 h 76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190" h="762190">
                  <a:moveTo>
                    <a:pt x="628936" y="0"/>
                  </a:moveTo>
                  <a:cubicBezTo>
                    <a:pt x="702530" y="0"/>
                    <a:pt x="762190" y="59660"/>
                    <a:pt x="762190" y="133255"/>
                  </a:cubicBezTo>
                  <a:lnTo>
                    <a:pt x="762190" y="628936"/>
                  </a:lnTo>
                  <a:cubicBezTo>
                    <a:pt x="762190" y="702531"/>
                    <a:pt x="702530" y="762191"/>
                    <a:pt x="628936" y="762191"/>
                  </a:cubicBezTo>
                  <a:lnTo>
                    <a:pt x="133255" y="762191"/>
                  </a:lnTo>
                  <a:cubicBezTo>
                    <a:pt x="59660" y="762191"/>
                    <a:pt x="0" y="702530"/>
                    <a:pt x="0" y="628936"/>
                  </a:cubicBezTo>
                  <a:lnTo>
                    <a:pt x="0" y="133255"/>
                  </a:lnTo>
                  <a:cubicBezTo>
                    <a:pt x="0" y="59660"/>
                    <a:pt x="59660" y="0"/>
                    <a:pt x="133255" y="0"/>
                  </a:cubicBezTo>
                  <a:close/>
                </a:path>
              </a:pathLst>
            </a:custGeom>
            <a:solidFill>
              <a:srgbClr val="640B06"/>
            </a:solidFill>
            <a:ln w="9525" cap="flat">
              <a:solidFill>
                <a:srgbClr val="633B2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4CD27D6-1314-40E7-A77D-2FE8CFBB0847}"/>
                </a:ext>
              </a:extLst>
            </p:cNvPr>
            <p:cNvSpPr txBox="1"/>
            <p:nvPr/>
          </p:nvSpPr>
          <p:spPr>
            <a:xfrm>
              <a:off x="539105" y="3645024"/>
              <a:ext cx="18929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 (</a:t>
              </a:r>
              <a:r>
                <a:rPr lang="en-US" sz="20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2025-CS-254)  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E57C047-0ADC-40A2-B0D4-5722849C9A0E}"/>
                </a:ext>
              </a:extLst>
            </p:cNvPr>
            <p:cNvSpPr txBox="1"/>
            <p:nvPr/>
          </p:nvSpPr>
          <p:spPr>
            <a:xfrm>
              <a:off x="539552" y="3284984"/>
              <a:ext cx="19862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M. </a:t>
              </a:r>
              <a:r>
                <a:rPr lang="en-US" sz="2400" b="1" dirty="0" err="1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Abubakar</a:t>
              </a:r>
              <a:endParaRPr lang="en-US" sz="2400" b="1" dirty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827584" y="1772817"/>
              <a:ext cx="1368000" cy="1323857"/>
            </a:xfrm>
            <a:prstGeom prst="roundRect">
              <a:avLst/>
            </a:prstGeom>
            <a:blipFill dpi="0"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7895" t="-307" r="-7895" b="-16623"/>
              </a:stretch>
            </a:blip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569533" y="2636912"/>
              <a:ext cx="618091" cy="662113"/>
              <a:chOff x="395536" y="2765972"/>
              <a:chExt cx="618091" cy="662113"/>
            </a:xfrm>
            <a:solidFill>
              <a:srgbClr val="EEE6CF"/>
            </a:solidFill>
          </p:grpSpPr>
          <p:sp>
            <p:nvSpPr>
              <p:cNvPr id="142" name="Freeform: Shape 61">
                <a:extLst>
                  <a:ext uri="{FF2B5EF4-FFF2-40B4-BE49-F238E27FC236}">
                    <a16:creationId xmlns:a16="http://schemas.microsoft.com/office/drawing/2014/main" id="{1EC36F47-C296-4B17-94FE-4F8144745067}"/>
                  </a:ext>
                </a:extLst>
              </p:cNvPr>
              <p:cNvSpPr/>
              <p:nvPr/>
            </p:nvSpPr>
            <p:spPr>
              <a:xfrm>
                <a:off x="395536" y="2765972"/>
                <a:ext cx="618091" cy="662113"/>
              </a:xfrm>
              <a:custGeom>
                <a:avLst/>
                <a:gdLst>
                  <a:gd name="connsiteX0" fmla="*/ 628936 w 762190"/>
                  <a:gd name="connsiteY0" fmla="*/ 0 h 762190"/>
                  <a:gd name="connsiteX1" fmla="*/ 762191 w 762190"/>
                  <a:gd name="connsiteY1" fmla="*/ 133255 h 762190"/>
                  <a:gd name="connsiteX2" fmla="*/ 762191 w 762190"/>
                  <a:gd name="connsiteY2" fmla="*/ 628936 h 762190"/>
                  <a:gd name="connsiteX3" fmla="*/ 628936 w 762190"/>
                  <a:gd name="connsiteY3" fmla="*/ 762190 h 762190"/>
                  <a:gd name="connsiteX4" fmla="*/ 133255 w 762190"/>
                  <a:gd name="connsiteY4" fmla="*/ 762190 h 762190"/>
                  <a:gd name="connsiteX5" fmla="*/ 0 w 762190"/>
                  <a:gd name="connsiteY5" fmla="*/ 628936 h 762190"/>
                  <a:gd name="connsiteX6" fmla="*/ 0 w 762190"/>
                  <a:gd name="connsiteY6" fmla="*/ 133255 h 762190"/>
                  <a:gd name="connsiteX7" fmla="*/ 133255 w 762190"/>
                  <a:gd name="connsiteY7" fmla="*/ 0 h 76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0" h="762190">
                    <a:moveTo>
                      <a:pt x="628936" y="0"/>
                    </a:moveTo>
                    <a:cubicBezTo>
                      <a:pt x="702530" y="0"/>
                      <a:pt x="762191" y="59660"/>
                      <a:pt x="762191" y="133255"/>
                    </a:cubicBezTo>
                    <a:lnTo>
                      <a:pt x="762191" y="628936"/>
                    </a:lnTo>
                    <a:cubicBezTo>
                      <a:pt x="762191" y="702530"/>
                      <a:pt x="702530" y="762190"/>
                      <a:pt x="628936" y="762190"/>
                    </a:cubicBezTo>
                    <a:lnTo>
                      <a:pt x="133255" y="762190"/>
                    </a:lnTo>
                    <a:cubicBezTo>
                      <a:pt x="59660" y="762190"/>
                      <a:pt x="0" y="702530"/>
                      <a:pt x="0" y="628936"/>
                    </a:cubicBezTo>
                    <a:lnTo>
                      <a:pt x="0" y="133255"/>
                    </a:lnTo>
                    <a:cubicBezTo>
                      <a:pt x="0" y="59660"/>
                      <a:pt x="59660" y="0"/>
                      <a:pt x="133255" y="0"/>
                    </a:cubicBezTo>
                    <a:close/>
                  </a:path>
                </a:pathLst>
              </a:custGeom>
              <a:solidFill>
                <a:srgbClr val="640B06"/>
              </a:solidFill>
              <a:ln w="9525" cap="flat">
                <a:solidFill>
                  <a:srgbClr val="640B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Montserrat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A5201A64-BFD4-456E-89B4-2ED642C53A45}"/>
                  </a:ext>
                </a:extLst>
              </p:cNvPr>
              <p:cNvSpPr txBox="1"/>
              <p:nvPr/>
            </p:nvSpPr>
            <p:spPr>
              <a:xfrm>
                <a:off x="437753" y="2866072"/>
                <a:ext cx="534121" cy="530915"/>
              </a:xfrm>
              <a:prstGeom prst="rect">
                <a:avLst/>
              </a:prstGeom>
              <a:solidFill>
                <a:srgbClr val="640B06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5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  <a:sym typeface="Poppins"/>
                    <a:rtl val="0"/>
                  </a:rPr>
                  <a:t>04</a:t>
                </a:r>
                <a:endParaRPr lang="en-US" sz="285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Poppins"/>
                  <a:rtl val="0"/>
                </a:endParaRPr>
              </a:p>
            </p:txBody>
          </p:sp>
        </p:grpSp>
      </p:grpSp>
      <p:grpSp>
        <p:nvGrpSpPr>
          <p:cNvPr id="144" name="Group 143"/>
          <p:cNvGrpSpPr/>
          <p:nvPr/>
        </p:nvGrpSpPr>
        <p:grpSpPr>
          <a:xfrm>
            <a:off x="4947254" y="4096787"/>
            <a:ext cx="2306571" cy="2488342"/>
            <a:chOff x="539105" y="1556792"/>
            <a:chExt cx="2306571" cy="2488342"/>
          </a:xfrm>
        </p:grpSpPr>
        <p:sp>
          <p:nvSpPr>
            <p:cNvPr id="145" name="Freeform: Shape 55">
              <a:extLst>
                <a:ext uri="{FF2B5EF4-FFF2-40B4-BE49-F238E27FC236}">
                  <a16:creationId xmlns:a16="http://schemas.microsoft.com/office/drawing/2014/main" id="{5E051696-EAFB-401E-81A2-49C24A18D84D}"/>
                </a:ext>
              </a:extLst>
            </p:cNvPr>
            <p:cNvSpPr/>
            <p:nvPr/>
          </p:nvSpPr>
          <p:spPr>
            <a:xfrm>
              <a:off x="1907704" y="1556792"/>
              <a:ext cx="618091" cy="662113"/>
            </a:xfrm>
            <a:custGeom>
              <a:avLst/>
              <a:gdLst>
                <a:gd name="connsiteX0" fmla="*/ 628936 w 762190"/>
                <a:gd name="connsiteY0" fmla="*/ 0 h 762190"/>
                <a:gd name="connsiteX1" fmla="*/ 762190 w 762190"/>
                <a:gd name="connsiteY1" fmla="*/ 133255 h 762190"/>
                <a:gd name="connsiteX2" fmla="*/ 762190 w 762190"/>
                <a:gd name="connsiteY2" fmla="*/ 628936 h 762190"/>
                <a:gd name="connsiteX3" fmla="*/ 628936 w 762190"/>
                <a:gd name="connsiteY3" fmla="*/ 762191 h 762190"/>
                <a:gd name="connsiteX4" fmla="*/ 133255 w 762190"/>
                <a:gd name="connsiteY4" fmla="*/ 762191 h 762190"/>
                <a:gd name="connsiteX5" fmla="*/ 0 w 762190"/>
                <a:gd name="connsiteY5" fmla="*/ 628936 h 762190"/>
                <a:gd name="connsiteX6" fmla="*/ 0 w 762190"/>
                <a:gd name="connsiteY6" fmla="*/ 133255 h 762190"/>
                <a:gd name="connsiteX7" fmla="*/ 133255 w 762190"/>
                <a:gd name="connsiteY7" fmla="*/ 0 h 76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190" h="762190">
                  <a:moveTo>
                    <a:pt x="628936" y="0"/>
                  </a:moveTo>
                  <a:cubicBezTo>
                    <a:pt x="702530" y="0"/>
                    <a:pt x="762190" y="59660"/>
                    <a:pt x="762190" y="133255"/>
                  </a:cubicBezTo>
                  <a:lnTo>
                    <a:pt x="762190" y="628936"/>
                  </a:lnTo>
                  <a:cubicBezTo>
                    <a:pt x="762190" y="702531"/>
                    <a:pt x="702530" y="762191"/>
                    <a:pt x="628936" y="762191"/>
                  </a:cubicBezTo>
                  <a:lnTo>
                    <a:pt x="133255" y="762191"/>
                  </a:lnTo>
                  <a:cubicBezTo>
                    <a:pt x="59660" y="762191"/>
                    <a:pt x="0" y="702530"/>
                    <a:pt x="0" y="628936"/>
                  </a:cubicBezTo>
                  <a:lnTo>
                    <a:pt x="0" y="133255"/>
                  </a:lnTo>
                  <a:cubicBezTo>
                    <a:pt x="0" y="59660"/>
                    <a:pt x="59660" y="0"/>
                    <a:pt x="133255" y="0"/>
                  </a:cubicBezTo>
                  <a:close/>
                </a:path>
              </a:pathLst>
            </a:custGeom>
            <a:solidFill>
              <a:srgbClr val="640B06"/>
            </a:solidFill>
            <a:ln w="9525" cap="flat">
              <a:solidFill>
                <a:srgbClr val="633B2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  <a:latin typeface="Montserrat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4CD27D6-1314-40E7-A77D-2FE8CFBB0847}"/>
                </a:ext>
              </a:extLst>
            </p:cNvPr>
            <p:cNvSpPr txBox="1"/>
            <p:nvPr/>
          </p:nvSpPr>
          <p:spPr>
            <a:xfrm>
              <a:off x="539105" y="3645024"/>
              <a:ext cx="1986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 (2025-CS-287)</a:t>
              </a:r>
              <a:endParaRPr lang="en-US" sz="2000" dirty="0">
                <a:gradFill>
                  <a:gsLst>
                    <a:gs pos="0">
                      <a:srgbClr val="1555FD"/>
                    </a:gs>
                    <a:gs pos="100000">
                      <a:srgbClr val="5680F8"/>
                    </a:gs>
                  </a:gsLst>
                  <a:lin ang="10800000" scaled="1"/>
                </a:gradFill>
                <a:latin typeface="EB Garamond" pitchFamily="2" charset="0"/>
                <a:ea typeface="EB Garamond" pitchFamily="2" charset="0"/>
                <a:cs typeface="EB Garamond" pitchFamily="2" charset="0"/>
                <a:sym typeface="Poppins"/>
                <a:rtl val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5E57C047-0ADC-40A2-B0D4-5722849C9A0E}"/>
                </a:ext>
              </a:extLst>
            </p:cNvPr>
            <p:cNvSpPr txBox="1"/>
            <p:nvPr/>
          </p:nvSpPr>
          <p:spPr>
            <a:xfrm>
              <a:off x="539552" y="3284984"/>
              <a:ext cx="23061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Sahar Rabbani </a:t>
              </a:r>
              <a:endParaRPr lang="en-US" sz="2400" b="1" dirty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827584" y="1772817"/>
              <a:ext cx="1440000" cy="1323857"/>
            </a:xfrm>
            <a:prstGeom prst="roundRect">
              <a:avLst/>
            </a:prstGeom>
            <a:blipFill dpi="0"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0000" t="-5746" r="-5000" b="-5746"/>
              </a:stretch>
            </a:blip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" name="Group 148"/>
            <p:cNvGrpSpPr/>
            <p:nvPr/>
          </p:nvGrpSpPr>
          <p:grpSpPr>
            <a:xfrm>
              <a:off x="569533" y="2636912"/>
              <a:ext cx="618091" cy="662113"/>
              <a:chOff x="395536" y="2765972"/>
              <a:chExt cx="618091" cy="662113"/>
            </a:xfrm>
            <a:solidFill>
              <a:srgbClr val="EEE6CF"/>
            </a:solidFill>
          </p:grpSpPr>
          <p:sp>
            <p:nvSpPr>
              <p:cNvPr id="150" name="Freeform: Shape 61">
                <a:extLst>
                  <a:ext uri="{FF2B5EF4-FFF2-40B4-BE49-F238E27FC236}">
                    <a16:creationId xmlns:a16="http://schemas.microsoft.com/office/drawing/2014/main" id="{1EC36F47-C296-4B17-94FE-4F8144745067}"/>
                  </a:ext>
                </a:extLst>
              </p:cNvPr>
              <p:cNvSpPr/>
              <p:nvPr/>
            </p:nvSpPr>
            <p:spPr>
              <a:xfrm>
                <a:off x="395536" y="2765972"/>
                <a:ext cx="618091" cy="662113"/>
              </a:xfrm>
              <a:custGeom>
                <a:avLst/>
                <a:gdLst>
                  <a:gd name="connsiteX0" fmla="*/ 628936 w 762190"/>
                  <a:gd name="connsiteY0" fmla="*/ 0 h 762190"/>
                  <a:gd name="connsiteX1" fmla="*/ 762191 w 762190"/>
                  <a:gd name="connsiteY1" fmla="*/ 133255 h 762190"/>
                  <a:gd name="connsiteX2" fmla="*/ 762191 w 762190"/>
                  <a:gd name="connsiteY2" fmla="*/ 628936 h 762190"/>
                  <a:gd name="connsiteX3" fmla="*/ 628936 w 762190"/>
                  <a:gd name="connsiteY3" fmla="*/ 762190 h 762190"/>
                  <a:gd name="connsiteX4" fmla="*/ 133255 w 762190"/>
                  <a:gd name="connsiteY4" fmla="*/ 762190 h 762190"/>
                  <a:gd name="connsiteX5" fmla="*/ 0 w 762190"/>
                  <a:gd name="connsiteY5" fmla="*/ 628936 h 762190"/>
                  <a:gd name="connsiteX6" fmla="*/ 0 w 762190"/>
                  <a:gd name="connsiteY6" fmla="*/ 133255 h 762190"/>
                  <a:gd name="connsiteX7" fmla="*/ 133255 w 762190"/>
                  <a:gd name="connsiteY7" fmla="*/ 0 h 76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190" h="762190">
                    <a:moveTo>
                      <a:pt x="628936" y="0"/>
                    </a:moveTo>
                    <a:cubicBezTo>
                      <a:pt x="702530" y="0"/>
                      <a:pt x="762191" y="59660"/>
                      <a:pt x="762191" y="133255"/>
                    </a:cubicBezTo>
                    <a:lnTo>
                      <a:pt x="762191" y="628936"/>
                    </a:lnTo>
                    <a:cubicBezTo>
                      <a:pt x="762191" y="702530"/>
                      <a:pt x="702530" y="762190"/>
                      <a:pt x="628936" y="762190"/>
                    </a:cubicBezTo>
                    <a:lnTo>
                      <a:pt x="133255" y="762190"/>
                    </a:lnTo>
                    <a:cubicBezTo>
                      <a:pt x="59660" y="762190"/>
                      <a:pt x="0" y="702530"/>
                      <a:pt x="0" y="628936"/>
                    </a:cubicBezTo>
                    <a:lnTo>
                      <a:pt x="0" y="133255"/>
                    </a:lnTo>
                    <a:cubicBezTo>
                      <a:pt x="0" y="59660"/>
                      <a:pt x="59660" y="0"/>
                      <a:pt x="133255" y="0"/>
                    </a:cubicBezTo>
                    <a:close/>
                  </a:path>
                </a:pathLst>
              </a:custGeom>
              <a:solidFill>
                <a:srgbClr val="640B06"/>
              </a:solidFill>
              <a:ln w="9525" cap="flat">
                <a:solidFill>
                  <a:srgbClr val="640B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  <a:latin typeface="Montserrat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5201A64-BFD4-456E-89B4-2ED642C53A45}"/>
                  </a:ext>
                </a:extLst>
              </p:cNvPr>
              <p:cNvSpPr txBox="1"/>
              <p:nvPr/>
            </p:nvSpPr>
            <p:spPr>
              <a:xfrm>
                <a:off x="437753" y="2866072"/>
                <a:ext cx="534121" cy="530915"/>
              </a:xfrm>
              <a:prstGeom prst="rect">
                <a:avLst/>
              </a:prstGeom>
              <a:solidFill>
                <a:srgbClr val="640B06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5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  <a:sym typeface="Poppins"/>
                    <a:rtl val="0"/>
                  </a:rPr>
                  <a:t>05</a:t>
                </a:r>
                <a:endParaRPr lang="en-US" sz="285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Poppins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54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PROJECT OBJECTIVE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" name="Google Shape;508;p25"/>
          <p:cNvSpPr txBox="1"/>
          <p:nvPr/>
        </p:nvSpPr>
        <p:spPr>
          <a:xfrm>
            <a:off x="4585175" y="2431408"/>
            <a:ext cx="12009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1785397" y="2204864"/>
            <a:ext cx="7286595" cy="929001"/>
            <a:chOff x="1785397" y="2204864"/>
            <a:chExt cx="7286595" cy="929001"/>
          </a:xfrm>
        </p:grpSpPr>
        <p:grpSp>
          <p:nvGrpSpPr>
            <p:cNvPr id="43" name="Google Shape;487;p25"/>
            <p:cNvGrpSpPr/>
            <p:nvPr/>
          </p:nvGrpSpPr>
          <p:grpSpPr>
            <a:xfrm>
              <a:off x="1785397" y="2204864"/>
              <a:ext cx="6901403" cy="929001"/>
              <a:chOff x="1785397" y="1161750"/>
              <a:chExt cx="6901403" cy="929001"/>
            </a:xfrm>
          </p:grpSpPr>
          <p:sp>
            <p:nvSpPr>
              <p:cNvPr id="44" name="Google Shape;488;p25"/>
              <p:cNvSpPr/>
              <p:nvPr/>
            </p:nvSpPr>
            <p:spPr>
              <a:xfrm>
                <a:off x="3807687" y="1162100"/>
                <a:ext cx="539414" cy="928651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34029" extrusionOk="0">
                    <a:moveTo>
                      <a:pt x="19765" y="0"/>
                    </a:moveTo>
                    <a:lnTo>
                      <a:pt x="1" y="12299"/>
                    </a:lnTo>
                    <a:lnTo>
                      <a:pt x="1" y="34028"/>
                    </a:lnTo>
                    <a:lnTo>
                      <a:pt x="19765" y="27837"/>
                    </a:lnTo>
                    <a:lnTo>
                      <a:pt x="1976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89;p25"/>
              <p:cNvSpPr/>
              <p:nvPr/>
            </p:nvSpPr>
            <p:spPr>
              <a:xfrm rot="5400000">
                <a:off x="6137250" y="-627850"/>
                <a:ext cx="759600" cy="43395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640B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90;p25"/>
              <p:cNvSpPr/>
              <p:nvPr/>
            </p:nvSpPr>
            <p:spPr>
              <a:xfrm>
                <a:off x="1785397" y="1497725"/>
                <a:ext cx="2022468" cy="593012"/>
              </a:xfrm>
              <a:custGeom>
                <a:avLst/>
                <a:gdLst/>
                <a:ahLst/>
                <a:cxnLst/>
                <a:rect l="l" t="t" r="r" b="b"/>
                <a:pathLst>
                  <a:path w="65378" h="21730" extrusionOk="0">
                    <a:moveTo>
                      <a:pt x="1" y="0"/>
                    </a:moveTo>
                    <a:lnTo>
                      <a:pt x="1" y="21729"/>
                    </a:lnTo>
                    <a:lnTo>
                      <a:pt x="65378" y="21729"/>
                    </a:lnTo>
                    <a:lnTo>
                      <a:pt x="65378" y="0"/>
                    </a:lnTo>
                    <a:close/>
                  </a:path>
                </a:pathLst>
              </a:custGeom>
              <a:solidFill>
                <a:srgbClr val="640B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91;p25"/>
              <p:cNvSpPr/>
              <p:nvPr/>
            </p:nvSpPr>
            <p:spPr>
              <a:xfrm>
                <a:off x="3807687" y="1161750"/>
                <a:ext cx="539414" cy="928651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34029" extrusionOk="0">
                    <a:moveTo>
                      <a:pt x="19765" y="0"/>
                    </a:moveTo>
                    <a:lnTo>
                      <a:pt x="1" y="12299"/>
                    </a:lnTo>
                    <a:lnTo>
                      <a:pt x="1" y="34028"/>
                    </a:lnTo>
                    <a:lnTo>
                      <a:pt x="19765" y="27837"/>
                    </a:lnTo>
                    <a:lnTo>
                      <a:pt x="19765" y="0"/>
                    </a:lnTo>
                    <a:close/>
                  </a:path>
                </a:pathLst>
              </a:cu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" name="Rectangle 87"/>
            <p:cNvSpPr/>
            <p:nvPr/>
          </p:nvSpPr>
          <p:spPr>
            <a:xfrm>
              <a:off x="4499992" y="2261848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To create a tribute website using </a:t>
              </a:r>
              <a:r>
                <a:rPr lang="en-US" b="1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HTML </a:t>
              </a:r>
              <a:r>
                <a:rPr lang="en-US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/>
              </a:r>
              <a:br>
                <a:rPr lang="en-US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</a:br>
              <a:r>
                <a:rPr lang="en-US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and </a:t>
              </a:r>
              <a:r>
                <a:rPr lang="en-US" b="1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CSS only</a:t>
              </a:r>
              <a:endParaRPr lang="en-US" dirty="0">
                <a:solidFill>
                  <a:schemeClr val="bg1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3331311" y="2619488"/>
              <a:ext cx="380191" cy="421554"/>
              <a:chOff x="2830813" y="1272713"/>
              <a:chExt cx="692400" cy="692400"/>
            </a:xfrm>
          </p:grpSpPr>
          <p:sp>
            <p:nvSpPr>
              <p:cNvPr id="97" name="Google Shape;1081;p36"/>
              <p:cNvSpPr/>
              <p:nvPr/>
            </p:nvSpPr>
            <p:spPr>
              <a:xfrm>
                <a:off x="2830813" y="1272713"/>
                <a:ext cx="692400" cy="692400"/>
              </a:xfrm>
              <a:prstGeom prst="ellipse">
                <a:avLst/>
              </a:pr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98" name="Google Shape;1083;p36"/>
              <p:cNvSpPr/>
              <p:nvPr/>
            </p:nvSpPr>
            <p:spPr>
              <a:xfrm>
                <a:off x="2936425" y="1378325"/>
                <a:ext cx="481200" cy="4811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dirty="0" smtClean="0">
                    <a:solidFill>
                      <a:srgbClr val="790404"/>
                    </a:solidFill>
                    <a:latin typeface="Playfair Display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01</a:t>
                </a:r>
                <a:endParaRPr sz="1300" dirty="0">
                  <a:solidFill>
                    <a:srgbClr val="790404"/>
                  </a:solidFill>
                  <a:latin typeface="Playfair Display" pitchFamily="2" charset="0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1785397" y="3010662"/>
            <a:ext cx="7286595" cy="760991"/>
            <a:chOff x="1785397" y="3010662"/>
            <a:chExt cx="7286595" cy="760991"/>
          </a:xfrm>
        </p:grpSpPr>
        <p:grpSp>
          <p:nvGrpSpPr>
            <p:cNvPr id="48" name="Google Shape;492;p25"/>
            <p:cNvGrpSpPr/>
            <p:nvPr/>
          </p:nvGrpSpPr>
          <p:grpSpPr>
            <a:xfrm>
              <a:off x="1785397" y="3010662"/>
              <a:ext cx="6901232" cy="760991"/>
              <a:chOff x="1785397" y="1967548"/>
              <a:chExt cx="6901232" cy="760991"/>
            </a:xfrm>
          </p:grpSpPr>
          <p:sp>
            <p:nvSpPr>
              <p:cNvPr id="49" name="Google Shape;493;p25"/>
              <p:cNvSpPr/>
              <p:nvPr/>
            </p:nvSpPr>
            <p:spPr>
              <a:xfrm rot="5400000">
                <a:off x="6136929" y="177900"/>
                <a:ext cx="759900" cy="43395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6940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94;p25"/>
              <p:cNvSpPr/>
              <p:nvPr/>
            </p:nvSpPr>
            <p:spPr>
              <a:xfrm>
                <a:off x="1785397" y="2135520"/>
                <a:ext cx="2022468" cy="593012"/>
              </a:xfrm>
              <a:custGeom>
                <a:avLst/>
                <a:gdLst/>
                <a:ahLst/>
                <a:cxnLst/>
                <a:rect l="l" t="t" r="r" b="b"/>
                <a:pathLst>
                  <a:path w="65378" h="21730" extrusionOk="0">
                    <a:moveTo>
                      <a:pt x="1" y="0"/>
                    </a:moveTo>
                    <a:lnTo>
                      <a:pt x="1" y="21729"/>
                    </a:lnTo>
                    <a:lnTo>
                      <a:pt x="65378" y="21729"/>
                    </a:lnTo>
                    <a:lnTo>
                      <a:pt x="65378" y="0"/>
                    </a:lnTo>
                    <a:close/>
                  </a:path>
                </a:pathLst>
              </a:custGeom>
              <a:solidFill>
                <a:srgbClr val="6940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95;p25"/>
              <p:cNvSpPr/>
              <p:nvPr/>
            </p:nvSpPr>
            <p:spPr>
              <a:xfrm>
                <a:off x="3807687" y="1968185"/>
                <a:ext cx="539414" cy="760354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27862" extrusionOk="0">
                    <a:moveTo>
                      <a:pt x="19765" y="1"/>
                    </a:moveTo>
                    <a:lnTo>
                      <a:pt x="1" y="6132"/>
                    </a:lnTo>
                    <a:lnTo>
                      <a:pt x="1" y="27861"/>
                    </a:lnTo>
                    <a:lnTo>
                      <a:pt x="19765" y="27837"/>
                    </a:lnTo>
                    <a:lnTo>
                      <a:pt x="197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96;p25"/>
              <p:cNvSpPr/>
              <p:nvPr/>
            </p:nvSpPr>
            <p:spPr>
              <a:xfrm>
                <a:off x="3807687" y="1967548"/>
                <a:ext cx="539414" cy="760354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27862" extrusionOk="0">
                    <a:moveTo>
                      <a:pt x="19765" y="1"/>
                    </a:moveTo>
                    <a:lnTo>
                      <a:pt x="1" y="6132"/>
                    </a:lnTo>
                    <a:lnTo>
                      <a:pt x="1" y="27861"/>
                    </a:lnTo>
                    <a:lnTo>
                      <a:pt x="19765" y="27837"/>
                    </a:lnTo>
                    <a:lnTo>
                      <a:pt x="19765" y="1"/>
                    </a:lnTo>
                    <a:close/>
                  </a:path>
                </a:pathLst>
              </a:cu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" name="Rectangle 88"/>
            <p:cNvSpPr/>
            <p:nvPr/>
          </p:nvSpPr>
          <p:spPr>
            <a:xfrm>
              <a:off x="4499992" y="3070701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To present the </a:t>
              </a:r>
              <a:r>
                <a:rPr lang="en-US" b="1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life, leadership, and legacy</a:t>
              </a:r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</a:t>
              </a:r>
              <a:r>
                <a:rPr lang="en-US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/>
              </a:r>
              <a:br>
                <a:rPr lang="en-US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</a:br>
              <a:r>
                <a:rPr lang="en-US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of </a:t>
              </a:r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Quaid-e-</a:t>
              </a:r>
              <a:r>
                <a:rPr lang="en-US" dirty="0" err="1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Azam</a:t>
              </a:r>
              <a:endParaRPr lang="en-US" dirty="0">
                <a:solidFill>
                  <a:schemeClr val="bg1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3331310" y="3264363"/>
              <a:ext cx="380191" cy="421554"/>
              <a:chOff x="2830813" y="1272713"/>
              <a:chExt cx="692400" cy="692400"/>
            </a:xfrm>
          </p:grpSpPr>
          <p:sp>
            <p:nvSpPr>
              <p:cNvPr id="121" name="Google Shape;1081;p36"/>
              <p:cNvSpPr/>
              <p:nvPr/>
            </p:nvSpPr>
            <p:spPr>
              <a:xfrm>
                <a:off x="2830813" y="1272713"/>
                <a:ext cx="692400" cy="692400"/>
              </a:xfrm>
              <a:prstGeom prst="ellipse">
                <a:avLst/>
              </a:pr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2" name="Google Shape;1083;p36"/>
              <p:cNvSpPr/>
              <p:nvPr/>
            </p:nvSpPr>
            <p:spPr>
              <a:xfrm>
                <a:off x="2936425" y="1378325"/>
                <a:ext cx="481200" cy="4811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dirty="0" smtClean="0">
                    <a:solidFill>
                      <a:srgbClr val="684824"/>
                    </a:solidFill>
                    <a:latin typeface="Playfair Display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02</a:t>
                </a:r>
                <a:endParaRPr sz="1300" dirty="0">
                  <a:solidFill>
                    <a:srgbClr val="684824"/>
                  </a:solidFill>
                  <a:latin typeface="Playfair Display" pitchFamily="2" charset="0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1785397" y="3816407"/>
            <a:ext cx="7286595" cy="760677"/>
            <a:chOff x="1785397" y="3816407"/>
            <a:chExt cx="7286595" cy="760677"/>
          </a:xfrm>
        </p:grpSpPr>
        <p:grpSp>
          <p:nvGrpSpPr>
            <p:cNvPr id="53" name="Google Shape;497;p25"/>
            <p:cNvGrpSpPr/>
            <p:nvPr/>
          </p:nvGrpSpPr>
          <p:grpSpPr>
            <a:xfrm>
              <a:off x="1785397" y="3816407"/>
              <a:ext cx="6901232" cy="760677"/>
              <a:chOff x="1785397" y="2773293"/>
              <a:chExt cx="6901232" cy="760677"/>
            </a:xfrm>
          </p:grpSpPr>
          <p:sp>
            <p:nvSpPr>
              <p:cNvPr id="54" name="Google Shape;498;p25"/>
              <p:cNvSpPr/>
              <p:nvPr/>
            </p:nvSpPr>
            <p:spPr>
              <a:xfrm rot="5400000">
                <a:off x="6137079" y="984100"/>
                <a:ext cx="759600" cy="43395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640B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99;p25"/>
              <p:cNvSpPr/>
              <p:nvPr/>
            </p:nvSpPr>
            <p:spPr>
              <a:xfrm>
                <a:off x="1785397" y="2773643"/>
                <a:ext cx="2022468" cy="593012"/>
              </a:xfrm>
              <a:custGeom>
                <a:avLst/>
                <a:gdLst/>
                <a:ahLst/>
                <a:cxnLst/>
                <a:rect l="l" t="t" r="r" b="b"/>
                <a:pathLst>
                  <a:path w="65378" h="21730" extrusionOk="0">
                    <a:moveTo>
                      <a:pt x="1" y="0"/>
                    </a:moveTo>
                    <a:lnTo>
                      <a:pt x="1" y="21729"/>
                    </a:lnTo>
                    <a:lnTo>
                      <a:pt x="65378" y="21729"/>
                    </a:lnTo>
                    <a:lnTo>
                      <a:pt x="65378" y="0"/>
                    </a:lnTo>
                    <a:close/>
                  </a:path>
                </a:pathLst>
              </a:custGeom>
              <a:solidFill>
                <a:srgbClr val="640B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00;p25"/>
              <p:cNvSpPr/>
              <p:nvPr/>
            </p:nvSpPr>
            <p:spPr>
              <a:xfrm>
                <a:off x="3807687" y="2773643"/>
                <a:ext cx="539414" cy="760327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27861" extrusionOk="0">
                    <a:moveTo>
                      <a:pt x="1" y="0"/>
                    </a:moveTo>
                    <a:lnTo>
                      <a:pt x="1" y="21729"/>
                    </a:lnTo>
                    <a:lnTo>
                      <a:pt x="19765" y="27861"/>
                    </a:lnTo>
                    <a:lnTo>
                      <a:pt x="19765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01;p25"/>
              <p:cNvSpPr/>
              <p:nvPr/>
            </p:nvSpPr>
            <p:spPr>
              <a:xfrm>
                <a:off x="3807687" y="2773293"/>
                <a:ext cx="539414" cy="760327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27861" extrusionOk="0">
                    <a:moveTo>
                      <a:pt x="1" y="0"/>
                    </a:moveTo>
                    <a:lnTo>
                      <a:pt x="1" y="21729"/>
                    </a:lnTo>
                    <a:lnTo>
                      <a:pt x="19765" y="27861"/>
                    </a:lnTo>
                    <a:lnTo>
                      <a:pt x="19765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" name="Rectangle 94"/>
            <p:cNvSpPr/>
            <p:nvPr/>
          </p:nvSpPr>
          <p:spPr>
            <a:xfrm>
              <a:off x="4499992" y="3905345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To practice </a:t>
              </a:r>
              <a:r>
                <a:rPr lang="en-US" b="1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basic web design and content </a:t>
              </a:r>
              <a:r>
                <a:rPr lang="en-US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organization</a:t>
              </a:r>
              <a:endParaRPr lang="en-US" dirty="0">
                <a:solidFill>
                  <a:schemeClr val="bg1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3331309" y="3909238"/>
              <a:ext cx="380191" cy="421554"/>
              <a:chOff x="2830813" y="1272713"/>
              <a:chExt cx="692400" cy="692400"/>
            </a:xfrm>
          </p:grpSpPr>
          <p:sp>
            <p:nvSpPr>
              <p:cNvPr id="124" name="Google Shape;1081;p36"/>
              <p:cNvSpPr/>
              <p:nvPr/>
            </p:nvSpPr>
            <p:spPr>
              <a:xfrm>
                <a:off x="2830813" y="1272713"/>
                <a:ext cx="692400" cy="692400"/>
              </a:xfrm>
              <a:prstGeom prst="ellipse">
                <a:avLst/>
              </a:pr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5" name="Google Shape;1083;p36"/>
              <p:cNvSpPr/>
              <p:nvPr/>
            </p:nvSpPr>
            <p:spPr>
              <a:xfrm>
                <a:off x="2936425" y="1378325"/>
                <a:ext cx="481200" cy="4811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dirty="0" smtClean="0">
                    <a:solidFill>
                      <a:srgbClr val="790404"/>
                    </a:solidFill>
                    <a:latin typeface="Playfair Display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03</a:t>
                </a:r>
                <a:endParaRPr sz="1300" dirty="0">
                  <a:solidFill>
                    <a:srgbClr val="790404"/>
                  </a:solidFill>
                  <a:latin typeface="Playfair Display" pitchFamily="2" charset="0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1785397" y="4454852"/>
            <a:ext cx="7297037" cy="1147925"/>
            <a:chOff x="1785397" y="4454852"/>
            <a:chExt cx="7297037" cy="1147925"/>
          </a:xfrm>
        </p:grpSpPr>
        <p:grpSp>
          <p:nvGrpSpPr>
            <p:cNvPr id="58" name="Google Shape;502;p25"/>
            <p:cNvGrpSpPr/>
            <p:nvPr/>
          </p:nvGrpSpPr>
          <p:grpSpPr>
            <a:xfrm>
              <a:off x="1785397" y="4454852"/>
              <a:ext cx="6901232" cy="928351"/>
              <a:chOff x="1785397" y="3411738"/>
              <a:chExt cx="6901232" cy="928351"/>
            </a:xfrm>
          </p:grpSpPr>
          <p:sp>
            <p:nvSpPr>
              <p:cNvPr id="59" name="Google Shape;503;p25"/>
              <p:cNvSpPr/>
              <p:nvPr/>
            </p:nvSpPr>
            <p:spPr>
              <a:xfrm rot="5400000">
                <a:off x="6137079" y="1789750"/>
                <a:ext cx="759600" cy="43395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6940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04;p25"/>
              <p:cNvSpPr/>
              <p:nvPr/>
            </p:nvSpPr>
            <p:spPr>
              <a:xfrm>
                <a:off x="1785397" y="3411738"/>
                <a:ext cx="2022468" cy="593012"/>
              </a:xfrm>
              <a:custGeom>
                <a:avLst/>
                <a:gdLst/>
                <a:ahLst/>
                <a:cxnLst/>
                <a:rect l="l" t="t" r="r" b="b"/>
                <a:pathLst>
                  <a:path w="65378" h="21730" extrusionOk="0">
                    <a:moveTo>
                      <a:pt x="1" y="1"/>
                    </a:moveTo>
                    <a:lnTo>
                      <a:pt x="1" y="21730"/>
                    </a:lnTo>
                    <a:lnTo>
                      <a:pt x="65378" y="21730"/>
                    </a:lnTo>
                    <a:lnTo>
                      <a:pt x="65378" y="1"/>
                    </a:lnTo>
                    <a:close/>
                  </a:path>
                </a:pathLst>
              </a:custGeom>
              <a:solidFill>
                <a:srgbClr val="6940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05;p25"/>
              <p:cNvSpPr/>
              <p:nvPr/>
            </p:nvSpPr>
            <p:spPr>
              <a:xfrm>
                <a:off x="3807687" y="3411738"/>
                <a:ext cx="539414" cy="928351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34018" extrusionOk="0">
                    <a:moveTo>
                      <a:pt x="1" y="1"/>
                    </a:moveTo>
                    <a:lnTo>
                      <a:pt x="1" y="21730"/>
                    </a:lnTo>
                    <a:lnTo>
                      <a:pt x="19765" y="34017"/>
                    </a:lnTo>
                    <a:lnTo>
                      <a:pt x="19765" y="618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06;p25"/>
              <p:cNvSpPr/>
              <p:nvPr/>
            </p:nvSpPr>
            <p:spPr>
              <a:xfrm>
                <a:off x="3807687" y="3411738"/>
                <a:ext cx="539414" cy="928351"/>
              </a:xfrm>
              <a:custGeom>
                <a:avLst/>
                <a:gdLst/>
                <a:ahLst/>
                <a:cxnLst/>
                <a:rect l="l" t="t" r="r" b="b"/>
                <a:pathLst>
                  <a:path w="19766" h="34018" extrusionOk="0">
                    <a:moveTo>
                      <a:pt x="1" y="1"/>
                    </a:moveTo>
                    <a:lnTo>
                      <a:pt x="1" y="21730"/>
                    </a:lnTo>
                    <a:lnTo>
                      <a:pt x="19765" y="34017"/>
                    </a:lnTo>
                    <a:lnTo>
                      <a:pt x="19765" y="618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Rectangle 95"/>
            <p:cNvSpPr/>
            <p:nvPr/>
          </p:nvSpPr>
          <p:spPr>
            <a:xfrm>
              <a:off x="4510434" y="4679447"/>
              <a:ext cx="4572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To integrate </a:t>
              </a:r>
              <a:r>
                <a:rPr lang="en-US" b="1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website, Excel, Word, and presentation</a:t>
              </a:r>
              <a:r>
                <a:rPr lang="en-US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into one project</a:t>
              </a:r>
            </a:p>
            <a:p>
              <a:endParaRPr lang="en-US" dirty="0"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grpSp>
          <p:nvGrpSpPr>
            <p:cNvPr id="126" name="Group 125"/>
            <p:cNvGrpSpPr/>
            <p:nvPr/>
          </p:nvGrpSpPr>
          <p:grpSpPr>
            <a:xfrm>
              <a:off x="3331308" y="4554113"/>
              <a:ext cx="380191" cy="421554"/>
              <a:chOff x="2830813" y="1272713"/>
              <a:chExt cx="692400" cy="692400"/>
            </a:xfrm>
          </p:grpSpPr>
          <p:sp>
            <p:nvSpPr>
              <p:cNvPr id="127" name="Google Shape;1081;p36"/>
              <p:cNvSpPr/>
              <p:nvPr/>
            </p:nvSpPr>
            <p:spPr>
              <a:xfrm>
                <a:off x="2830813" y="1272713"/>
                <a:ext cx="692400" cy="692400"/>
              </a:xfrm>
              <a:prstGeom prst="ellipse">
                <a:avLst/>
              </a:pr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28" name="Google Shape;1083;p36"/>
              <p:cNvSpPr/>
              <p:nvPr/>
            </p:nvSpPr>
            <p:spPr>
              <a:xfrm>
                <a:off x="2936425" y="1378325"/>
                <a:ext cx="481200" cy="48119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91425" rIns="0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dirty="0" smtClean="0">
                    <a:solidFill>
                      <a:srgbClr val="790404"/>
                    </a:solidFill>
                    <a:latin typeface="Playfair Display" pitchFamily="2" charset="0"/>
                    <a:ea typeface="Fira Sans Extra Condensed Medium"/>
                    <a:cs typeface="Fira Sans Extra Condensed Medium"/>
                    <a:sym typeface="Fira Sans Extra Condensed Medium"/>
                  </a:rPr>
                  <a:t>04</a:t>
                </a:r>
                <a:endParaRPr sz="1300" dirty="0">
                  <a:solidFill>
                    <a:srgbClr val="790404"/>
                  </a:solidFill>
                  <a:latin typeface="Playfair Display" pitchFamily="2" charset="0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</p:grpSp>
      <p:grpSp>
        <p:nvGrpSpPr>
          <p:cNvPr id="129" name="Group 128"/>
          <p:cNvGrpSpPr/>
          <p:nvPr/>
        </p:nvGrpSpPr>
        <p:grpSpPr>
          <a:xfrm>
            <a:off x="456519" y="2383429"/>
            <a:ext cx="2804149" cy="2803429"/>
            <a:chOff x="456519" y="2383429"/>
            <a:chExt cx="2804149" cy="2803429"/>
          </a:xfrm>
        </p:grpSpPr>
        <p:grpSp>
          <p:nvGrpSpPr>
            <p:cNvPr id="75" name="Google Shape;519;p25"/>
            <p:cNvGrpSpPr/>
            <p:nvPr/>
          </p:nvGrpSpPr>
          <p:grpSpPr>
            <a:xfrm>
              <a:off x="457210" y="2383429"/>
              <a:ext cx="2803458" cy="2803429"/>
              <a:chOff x="1298650" y="1692900"/>
              <a:chExt cx="2423250" cy="2423225"/>
            </a:xfrm>
          </p:grpSpPr>
          <p:sp>
            <p:nvSpPr>
              <p:cNvPr id="76" name="Google Shape;520;p25"/>
              <p:cNvSpPr/>
              <p:nvPr/>
            </p:nvSpPr>
            <p:spPr>
              <a:xfrm>
                <a:off x="1298650" y="1692900"/>
                <a:ext cx="2423250" cy="2423225"/>
              </a:xfrm>
              <a:custGeom>
                <a:avLst/>
                <a:gdLst/>
                <a:ahLst/>
                <a:cxnLst/>
                <a:rect l="l" t="t" r="r" b="b"/>
                <a:pathLst>
                  <a:path w="96930" h="96929" extrusionOk="0">
                    <a:moveTo>
                      <a:pt x="48459" y="0"/>
                    </a:moveTo>
                    <a:cubicBezTo>
                      <a:pt x="21694" y="0"/>
                      <a:pt x="1" y="21705"/>
                      <a:pt x="1" y="48471"/>
                    </a:cubicBezTo>
                    <a:cubicBezTo>
                      <a:pt x="1" y="75224"/>
                      <a:pt x="21694" y="96929"/>
                      <a:pt x="48459" y="96929"/>
                    </a:cubicBezTo>
                    <a:cubicBezTo>
                      <a:pt x="75225" y="96929"/>
                      <a:pt x="96930" y="75224"/>
                      <a:pt x="96930" y="48471"/>
                    </a:cubicBezTo>
                    <a:cubicBezTo>
                      <a:pt x="96930" y="21705"/>
                      <a:pt x="75225" y="0"/>
                      <a:pt x="48459" y="0"/>
                    </a:cubicBezTo>
                    <a:close/>
                  </a:path>
                </a:pathLst>
              </a:custGeom>
              <a:solidFill>
                <a:srgbClr val="6940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521;p25"/>
              <p:cNvSpPr/>
              <p:nvPr/>
            </p:nvSpPr>
            <p:spPr>
              <a:xfrm>
                <a:off x="1568625" y="1963175"/>
                <a:ext cx="1883000" cy="1882700"/>
              </a:xfrm>
              <a:custGeom>
                <a:avLst/>
                <a:gdLst/>
                <a:ahLst/>
                <a:cxnLst/>
                <a:rect l="l" t="t" r="r" b="b"/>
                <a:pathLst>
                  <a:path w="75320" h="75308" extrusionOk="0">
                    <a:moveTo>
                      <a:pt x="37660" y="0"/>
                    </a:moveTo>
                    <a:cubicBezTo>
                      <a:pt x="16872" y="0"/>
                      <a:pt x="1" y="16859"/>
                      <a:pt x="1" y="37660"/>
                    </a:cubicBezTo>
                    <a:cubicBezTo>
                      <a:pt x="1" y="58448"/>
                      <a:pt x="16872" y="75307"/>
                      <a:pt x="37660" y="75307"/>
                    </a:cubicBezTo>
                    <a:cubicBezTo>
                      <a:pt x="58461" y="75307"/>
                      <a:pt x="75320" y="58448"/>
                      <a:pt x="75320" y="37660"/>
                    </a:cubicBezTo>
                    <a:cubicBezTo>
                      <a:pt x="75320" y="16859"/>
                      <a:pt x="58461" y="0"/>
                      <a:pt x="376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522;p25"/>
              <p:cNvSpPr/>
              <p:nvPr/>
            </p:nvSpPr>
            <p:spPr>
              <a:xfrm>
                <a:off x="1888025" y="2282250"/>
                <a:ext cx="1244225" cy="1244525"/>
              </a:xfrm>
              <a:custGeom>
                <a:avLst/>
                <a:gdLst/>
                <a:ahLst/>
                <a:cxnLst/>
                <a:rect l="l" t="t" r="r" b="b"/>
                <a:pathLst>
                  <a:path w="49769" h="49781" extrusionOk="0">
                    <a:moveTo>
                      <a:pt x="24884" y="1"/>
                    </a:moveTo>
                    <a:cubicBezTo>
                      <a:pt x="11145" y="1"/>
                      <a:pt x="0" y="11145"/>
                      <a:pt x="0" y="24897"/>
                    </a:cubicBezTo>
                    <a:cubicBezTo>
                      <a:pt x="0" y="38636"/>
                      <a:pt x="11145" y="49781"/>
                      <a:pt x="24884" y="49781"/>
                    </a:cubicBezTo>
                    <a:cubicBezTo>
                      <a:pt x="38636" y="49781"/>
                      <a:pt x="49768" y="38636"/>
                      <a:pt x="49768" y="24897"/>
                    </a:cubicBezTo>
                    <a:cubicBezTo>
                      <a:pt x="49768" y="11145"/>
                      <a:pt x="38636" y="1"/>
                      <a:pt x="24884" y="1"/>
                    </a:cubicBezTo>
                    <a:close/>
                  </a:path>
                </a:pathLst>
              </a:cu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523;p25"/>
              <p:cNvSpPr/>
              <p:nvPr/>
            </p:nvSpPr>
            <p:spPr>
              <a:xfrm>
                <a:off x="2127050" y="2521275"/>
                <a:ext cx="766475" cy="766475"/>
              </a:xfrm>
              <a:custGeom>
                <a:avLst/>
                <a:gdLst/>
                <a:ahLst/>
                <a:cxnLst/>
                <a:rect l="l" t="t" r="r" b="b"/>
                <a:pathLst>
                  <a:path w="30659" h="30659" extrusionOk="0">
                    <a:moveTo>
                      <a:pt x="15323" y="0"/>
                    </a:moveTo>
                    <a:cubicBezTo>
                      <a:pt x="6858" y="0"/>
                      <a:pt x="0" y="6870"/>
                      <a:pt x="0" y="15336"/>
                    </a:cubicBezTo>
                    <a:cubicBezTo>
                      <a:pt x="0" y="23789"/>
                      <a:pt x="6858" y="30659"/>
                      <a:pt x="15323" y="30659"/>
                    </a:cubicBezTo>
                    <a:cubicBezTo>
                      <a:pt x="23789" y="30659"/>
                      <a:pt x="30659" y="23789"/>
                      <a:pt x="30659" y="15336"/>
                    </a:cubicBezTo>
                    <a:cubicBezTo>
                      <a:pt x="30659" y="6870"/>
                      <a:pt x="23789" y="0"/>
                      <a:pt x="15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524;p25"/>
              <p:cNvSpPr/>
              <p:nvPr/>
            </p:nvSpPr>
            <p:spPr>
              <a:xfrm>
                <a:off x="2363075" y="2757325"/>
                <a:ext cx="294400" cy="294400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11776" extrusionOk="0">
                    <a:moveTo>
                      <a:pt x="5882" y="0"/>
                    </a:moveTo>
                    <a:cubicBezTo>
                      <a:pt x="2632" y="0"/>
                      <a:pt x="1" y="2643"/>
                      <a:pt x="1" y="5894"/>
                    </a:cubicBezTo>
                    <a:cubicBezTo>
                      <a:pt x="1" y="9144"/>
                      <a:pt x="2632" y="11775"/>
                      <a:pt x="5882" y="11775"/>
                    </a:cubicBezTo>
                    <a:cubicBezTo>
                      <a:pt x="9133" y="11775"/>
                      <a:pt x="11776" y="9144"/>
                      <a:pt x="11776" y="5894"/>
                    </a:cubicBezTo>
                    <a:cubicBezTo>
                      <a:pt x="11776" y="2643"/>
                      <a:pt x="9133" y="0"/>
                      <a:pt x="5882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" name="Google Shape;525;p25"/>
            <p:cNvGrpSpPr/>
            <p:nvPr/>
          </p:nvGrpSpPr>
          <p:grpSpPr>
            <a:xfrm>
              <a:off x="456519" y="2388345"/>
              <a:ext cx="1404186" cy="1403713"/>
              <a:chOff x="592075" y="147288"/>
              <a:chExt cx="1193325" cy="1193025"/>
            </a:xfrm>
          </p:grpSpPr>
          <p:sp>
            <p:nvSpPr>
              <p:cNvPr id="82" name="Google Shape;526;p25"/>
              <p:cNvSpPr/>
              <p:nvPr/>
            </p:nvSpPr>
            <p:spPr>
              <a:xfrm>
                <a:off x="847150" y="402088"/>
                <a:ext cx="938250" cy="938225"/>
              </a:xfrm>
              <a:custGeom>
                <a:avLst/>
                <a:gdLst/>
                <a:ahLst/>
                <a:cxnLst/>
                <a:rect l="l" t="t" r="r" b="b"/>
                <a:pathLst>
                  <a:path w="37530" h="37529" fill="none" extrusionOk="0">
                    <a:moveTo>
                      <a:pt x="37529" y="37529"/>
                    </a:moveTo>
                    <a:lnTo>
                      <a:pt x="1" y="0"/>
                    </a:lnTo>
                  </a:path>
                </a:pathLst>
              </a:custGeom>
              <a:noFill/>
              <a:ln w="384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527;p25"/>
              <p:cNvSpPr/>
              <p:nvPr/>
            </p:nvSpPr>
            <p:spPr>
              <a:xfrm>
                <a:off x="1043600" y="343738"/>
                <a:ext cx="173275" cy="423900"/>
              </a:xfrm>
              <a:custGeom>
                <a:avLst/>
                <a:gdLst/>
                <a:ahLst/>
                <a:cxnLst/>
                <a:rect l="l" t="t" r="r" b="b"/>
                <a:pathLst>
                  <a:path w="6931" h="16956" extrusionOk="0">
                    <a:moveTo>
                      <a:pt x="167" y="1"/>
                    </a:moveTo>
                    <a:lnTo>
                      <a:pt x="1" y="10192"/>
                    </a:lnTo>
                    <a:lnTo>
                      <a:pt x="6752" y="16955"/>
                    </a:lnTo>
                    <a:lnTo>
                      <a:pt x="6930" y="6751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528;p25"/>
              <p:cNvSpPr/>
              <p:nvPr/>
            </p:nvSpPr>
            <p:spPr>
              <a:xfrm>
                <a:off x="846850" y="147288"/>
                <a:ext cx="173275" cy="423600"/>
              </a:xfrm>
              <a:custGeom>
                <a:avLst/>
                <a:gdLst/>
                <a:ahLst/>
                <a:cxnLst/>
                <a:rect l="l" t="t" r="r" b="b"/>
                <a:pathLst>
                  <a:path w="6931" h="16944" extrusionOk="0">
                    <a:moveTo>
                      <a:pt x="179" y="1"/>
                    </a:moveTo>
                    <a:lnTo>
                      <a:pt x="1" y="10192"/>
                    </a:lnTo>
                    <a:lnTo>
                      <a:pt x="6764" y="16943"/>
                    </a:lnTo>
                    <a:lnTo>
                      <a:pt x="6930" y="6751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529;p25"/>
              <p:cNvSpPr/>
              <p:nvPr/>
            </p:nvSpPr>
            <p:spPr>
              <a:xfrm>
                <a:off x="592075" y="402088"/>
                <a:ext cx="423875" cy="173250"/>
              </a:xfrm>
              <a:custGeom>
                <a:avLst/>
                <a:gdLst/>
                <a:ahLst/>
                <a:cxnLst/>
                <a:rect l="l" t="t" r="r" b="b"/>
                <a:pathLst>
                  <a:path w="16955" h="6930" extrusionOk="0">
                    <a:moveTo>
                      <a:pt x="10192" y="0"/>
                    </a:moveTo>
                    <a:lnTo>
                      <a:pt x="0" y="179"/>
                    </a:lnTo>
                    <a:lnTo>
                      <a:pt x="6751" y="6930"/>
                    </a:lnTo>
                    <a:lnTo>
                      <a:pt x="16955" y="6751"/>
                    </a:lnTo>
                    <a:lnTo>
                      <a:pt x="10192" y="0"/>
                    </a:lnTo>
                    <a:close/>
                  </a:path>
                </a:pathLst>
              </a:custGeom>
              <a:solidFill>
                <a:srgbClr val="7904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530;p25"/>
              <p:cNvSpPr/>
              <p:nvPr/>
            </p:nvSpPr>
            <p:spPr>
              <a:xfrm>
                <a:off x="788825" y="598538"/>
                <a:ext cx="423575" cy="173250"/>
              </a:xfrm>
              <a:custGeom>
                <a:avLst/>
                <a:gdLst/>
                <a:ahLst/>
                <a:cxnLst/>
                <a:rect l="l" t="t" r="r" b="b"/>
                <a:pathLst>
                  <a:path w="16943" h="6930" extrusionOk="0">
                    <a:moveTo>
                      <a:pt x="10192" y="0"/>
                    </a:moveTo>
                    <a:lnTo>
                      <a:pt x="0" y="179"/>
                    </a:lnTo>
                    <a:lnTo>
                      <a:pt x="6751" y="6930"/>
                    </a:lnTo>
                    <a:lnTo>
                      <a:pt x="16943" y="6763"/>
                    </a:lnTo>
                    <a:lnTo>
                      <a:pt x="10192" y="0"/>
                    </a:lnTo>
                    <a:close/>
                  </a:path>
                </a:pathLst>
              </a:custGeom>
              <a:solidFill>
                <a:srgbClr val="6848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032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WEBSITE OVERVIEW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261269" y="2992172"/>
            <a:ext cx="2648323" cy="1921443"/>
            <a:chOff x="261269" y="2992172"/>
            <a:chExt cx="2648323" cy="192144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F6E4D2-1DD1-6EE9-E18E-F26B7CD0ABA3}"/>
                </a:ext>
              </a:extLst>
            </p:cNvPr>
            <p:cNvSpPr/>
            <p:nvPr/>
          </p:nvSpPr>
          <p:spPr>
            <a:xfrm>
              <a:off x="2190688" y="3383053"/>
              <a:ext cx="718295" cy="1154062"/>
            </a:xfrm>
            <a:prstGeom prst="rect">
              <a:avLst/>
            </a:prstGeom>
            <a:solidFill>
              <a:srgbClr val="6940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6E918C-A95E-EAF6-41EA-0F68D3A7E9BF}"/>
                </a:ext>
              </a:extLst>
            </p:cNvPr>
            <p:cNvSpPr/>
            <p:nvPr/>
          </p:nvSpPr>
          <p:spPr>
            <a:xfrm>
              <a:off x="2051321" y="3383053"/>
              <a:ext cx="80520" cy="1154062"/>
            </a:xfrm>
            <a:prstGeom prst="rect">
              <a:avLst/>
            </a:prstGeom>
            <a:solidFill>
              <a:srgbClr val="694023"/>
            </a:solidFill>
            <a:ln>
              <a:solidFill>
                <a:srgbClr val="6940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51D708-55CC-7BF3-0956-6E9E118A8EC9}"/>
                </a:ext>
              </a:extLst>
            </p:cNvPr>
            <p:cNvSpPr/>
            <p:nvPr/>
          </p:nvSpPr>
          <p:spPr>
            <a:xfrm>
              <a:off x="398249" y="3383053"/>
              <a:ext cx="80520" cy="1154062"/>
            </a:xfrm>
            <a:prstGeom prst="rect">
              <a:avLst/>
            </a:prstGeom>
            <a:solidFill>
              <a:srgbClr val="6940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: Rounded Corners 32">
              <a:extLst>
                <a:ext uri="{FF2B5EF4-FFF2-40B4-BE49-F238E27FC236}">
                  <a16:creationId xmlns:a16="http://schemas.microsoft.com/office/drawing/2014/main" id="{2CDDC42C-E14E-B374-E265-CDF082E6F071}"/>
                </a:ext>
              </a:extLst>
            </p:cNvPr>
            <p:cNvSpPr/>
            <p:nvPr/>
          </p:nvSpPr>
          <p:spPr>
            <a:xfrm>
              <a:off x="261269" y="2992172"/>
              <a:ext cx="2648323" cy="1921443"/>
            </a:xfrm>
            <a:prstGeom prst="roundRect">
              <a:avLst/>
            </a:prstGeom>
            <a:noFill/>
            <a:ln w="38100">
              <a:solidFill>
                <a:srgbClr val="640B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04ADAE-57A0-4C1F-2625-16A0CC6188E0}"/>
                </a:ext>
              </a:extLst>
            </p:cNvPr>
            <p:cNvSpPr txBox="1"/>
            <p:nvPr/>
          </p:nvSpPr>
          <p:spPr>
            <a:xfrm>
              <a:off x="631956" y="3813871"/>
              <a:ext cx="1419365" cy="7070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400" b="1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Historical images and moments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BE9ED2-C079-0724-AF2A-29E800B98F0A}"/>
                </a:ext>
              </a:extLst>
            </p:cNvPr>
            <p:cNvSpPr txBox="1"/>
            <p:nvPr/>
          </p:nvSpPr>
          <p:spPr>
            <a:xfrm>
              <a:off x="631954" y="3412580"/>
              <a:ext cx="1419367" cy="2745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itchFamily="2" charset="0"/>
                  <a:cs typeface="Times New Roman" panose="02020603050405020304" pitchFamily="18" charset="0"/>
                </a:rPr>
                <a:t>HIGHLIGHTS</a:t>
              </a:r>
              <a:endPara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2" name="Group 1031"/>
          <p:cNvGrpSpPr/>
          <p:nvPr/>
        </p:nvGrpSpPr>
        <p:grpSpPr>
          <a:xfrm>
            <a:off x="6243833" y="2992172"/>
            <a:ext cx="2641515" cy="1921443"/>
            <a:chOff x="6243833" y="2992172"/>
            <a:chExt cx="2641515" cy="19214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5481A9-9889-9AD4-D34E-437E770DF81F}"/>
                </a:ext>
              </a:extLst>
            </p:cNvPr>
            <p:cNvSpPr/>
            <p:nvPr/>
          </p:nvSpPr>
          <p:spPr>
            <a:xfrm flipH="1">
              <a:off x="6258344" y="3375863"/>
              <a:ext cx="718295" cy="1154062"/>
            </a:xfrm>
            <a:prstGeom prst="rect">
              <a:avLst/>
            </a:prstGeom>
            <a:solidFill>
              <a:srgbClr val="6940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19C1E0-6DE2-F061-0460-B2D1D5A94013}"/>
                </a:ext>
              </a:extLst>
            </p:cNvPr>
            <p:cNvSpPr/>
            <p:nvPr/>
          </p:nvSpPr>
          <p:spPr>
            <a:xfrm flipH="1">
              <a:off x="7035485" y="3375863"/>
              <a:ext cx="80520" cy="1154062"/>
            </a:xfrm>
            <a:prstGeom prst="rect">
              <a:avLst/>
            </a:prstGeom>
            <a:solidFill>
              <a:srgbClr val="6940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D4E743-CB41-CE79-F83A-AF44754FC899}"/>
                </a:ext>
              </a:extLst>
            </p:cNvPr>
            <p:cNvSpPr/>
            <p:nvPr/>
          </p:nvSpPr>
          <p:spPr>
            <a:xfrm flipH="1">
              <a:off x="8681769" y="3375863"/>
              <a:ext cx="80520" cy="1154062"/>
            </a:xfrm>
            <a:prstGeom prst="rect">
              <a:avLst/>
            </a:prstGeom>
            <a:solidFill>
              <a:srgbClr val="6940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: Rounded Corners 33">
              <a:extLst>
                <a:ext uri="{FF2B5EF4-FFF2-40B4-BE49-F238E27FC236}">
                  <a16:creationId xmlns:a16="http://schemas.microsoft.com/office/drawing/2014/main" id="{C6CBFDE6-3B70-85A3-0B72-A59290442EBF}"/>
                </a:ext>
              </a:extLst>
            </p:cNvPr>
            <p:cNvSpPr/>
            <p:nvPr/>
          </p:nvSpPr>
          <p:spPr>
            <a:xfrm>
              <a:off x="6243833" y="2992172"/>
              <a:ext cx="2641515" cy="1921443"/>
            </a:xfrm>
            <a:prstGeom prst="roundRect">
              <a:avLst/>
            </a:prstGeom>
            <a:noFill/>
            <a:ln w="38100">
              <a:solidFill>
                <a:srgbClr val="640B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430E81-794A-63C6-E657-9F66CFB078A7}"/>
                </a:ext>
              </a:extLst>
            </p:cNvPr>
            <p:cNvSpPr txBox="1"/>
            <p:nvPr/>
          </p:nvSpPr>
          <p:spPr>
            <a:xfrm>
              <a:off x="7247016" y="3813871"/>
              <a:ext cx="1278564" cy="7070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400" b="1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Brief life and vision of </a:t>
              </a:r>
              <a: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/>
              </a:r>
              <a:b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</a:br>
              <a: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Quaid-e-</a:t>
              </a:r>
              <a:r>
                <a:rPr lang="en-US" sz="1400" b="1" dirty="0" err="1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Azam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081D71-74B5-7BCC-AF41-315CD6CC2F2F}"/>
                </a:ext>
              </a:extLst>
            </p:cNvPr>
            <p:cNvSpPr txBox="1"/>
            <p:nvPr/>
          </p:nvSpPr>
          <p:spPr>
            <a:xfrm>
              <a:off x="7247014" y="3412580"/>
              <a:ext cx="1278565" cy="2745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itchFamily="2" charset="0"/>
                  <a:cs typeface="Times New Roman" panose="02020603050405020304" pitchFamily="18" charset="0"/>
                </a:rPr>
                <a:t>ABOUT</a:t>
              </a:r>
              <a:endPara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1" name="Group 1030"/>
          <p:cNvGrpSpPr/>
          <p:nvPr/>
        </p:nvGrpSpPr>
        <p:grpSpPr>
          <a:xfrm>
            <a:off x="2902407" y="2709933"/>
            <a:ext cx="3362512" cy="2474702"/>
            <a:chOff x="2902407" y="2709933"/>
            <a:chExt cx="3362512" cy="2474702"/>
          </a:xfrm>
        </p:grpSpPr>
        <p:sp>
          <p:nvSpPr>
            <p:cNvPr id="12" name="Rectangle: Rounded Corners 2">
              <a:extLst>
                <a:ext uri="{FF2B5EF4-FFF2-40B4-BE49-F238E27FC236}">
                  <a16:creationId xmlns:a16="http://schemas.microsoft.com/office/drawing/2014/main" id="{50E68767-D26C-BA32-3482-4F472A7177A5}"/>
                </a:ext>
              </a:extLst>
            </p:cNvPr>
            <p:cNvSpPr/>
            <p:nvPr/>
          </p:nvSpPr>
          <p:spPr>
            <a:xfrm>
              <a:off x="3382111" y="3274847"/>
              <a:ext cx="2389206" cy="1760231"/>
            </a:xfrm>
            <a:prstGeom prst="roundRect">
              <a:avLst>
                <a:gd name="adj" fmla="val 15038"/>
              </a:avLst>
            </a:prstGeom>
            <a:solidFill>
              <a:schemeClr val="tx1">
                <a:alpha val="15000"/>
              </a:schemeClr>
            </a:solidFill>
            <a:ln w="63500">
              <a:noFill/>
            </a:ln>
            <a:effectLst>
              <a:softEdge rad="292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025" name="Group 1024"/>
            <p:cNvGrpSpPr/>
            <p:nvPr/>
          </p:nvGrpSpPr>
          <p:grpSpPr>
            <a:xfrm>
              <a:off x="2902407" y="2709933"/>
              <a:ext cx="3362512" cy="2474702"/>
              <a:chOff x="2902407" y="2709933"/>
              <a:chExt cx="3362512" cy="2474702"/>
            </a:xfrm>
          </p:grpSpPr>
          <p:grpSp>
            <p:nvGrpSpPr>
              <p:cNvPr id="1024" name="Group 1023"/>
              <p:cNvGrpSpPr/>
              <p:nvPr/>
            </p:nvGrpSpPr>
            <p:grpSpPr>
              <a:xfrm>
                <a:off x="2902407" y="2709933"/>
                <a:ext cx="3362512" cy="2474702"/>
                <a:chOff x="2902407" y="2709933"/>
                <a:chExt cx="3362512" cy="2474702"/>
              </a:xfrm>
            </p:grpSpPr>
            <p:sp>
              <p:nvSpPr>
                <p:cNvPr id="5" name="Freeform: Shape 100">
                  <a:extLst>
                    <a:ext uri="{FF2B5EF4-FFF2-40B4-BE49-F238E27FC236}">
                      <a16:creationId xmlns:a16="http://schemas.microsoft.com/office/drawing/2014/main" id="{73FA5BAB-9A7A-2156-2A9E-9CB0A6B9C800}"/>
                    </a:ext>
                  </a:extLst>
                </p:cNvPr>
                <p:cNvSpPr/>
                <p:nvPr/>
              </p:nvSpPr>
              <p:spPr>
                <a:xfrm rot="16200000">
                  <a:off x="4304126" y="4233803"/>
                  <a:ext cx="535747" cy="1365917"/>
                </a:xfrm>
                <a:custGeom>
                  <a:avLst/>
                  <a:gdLst>
                    <a:gd name="connsiteX0" fmla="*/ 0 w 944064"/>
                    <a:gd name="connsiteY0" fmla="*/ 0 h 1347746"/>
                    <a:gd name="connsiteX1" fmla="*/ 944064 w 944064"/>
                    <a:gd name="connsiteY1" fmla="*/ 237532 h 1347746"/>
                    <a:gd name="connsiteX2" fmla="*/ 944064 w 944064"/>
                    <a:gd name="connsiteY2" fmla="*/ 1110214 h 1347746"/>
                    <a:gd name="connsiteX3" fmla="*/ 0 w 944064"/>
                    <a:gd name="connsiteY3" fmla="*/ 1347746 h 1347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4064" h="1347746">
                      <a:moveTo>
                        <a:pt x="0" y="0"/>
                      </a:moveTo>
                      <a:lnTo>
                        <a:pt x="944064" y="237532"/>
                      </a:lnTo>
                      <a:lnTo>
                        <a:pt x="944064" y="1110214"/>
                      </a:lnTo>
                      <a:lnTo>
                        <a:pt x="0" y="1347746"/>
                      </a:lnTo>
                      <a:close/>
                    </a:path>
                  </a:pathLst>
                </a:custGeom>
                <a:solidFill>
                  <a:srgbClr val="640B0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63" name="Group 62"/>
                <p:cNvGrpSpPr/>
                <p:nvPr/>
              </p:nvGrpSpPr>
              <p:grpSpPr>
                <a:xfrm>
                  <a:off x="2902407" y="2709933"/>
                  <a:ext cx="3362512" cy="1953169"/>
                  <a:chOff x="2902407" y="2709933"/>
                  <a:chExt cx="3362512" cy="1953169"/>
                </a:xfrm>
              </p:grpSpPr>
              <p:sp>
                <p:nvSpPr>
                  <p:cNvPr id="6" name="Freeform: Shape 92">
                    <a:extLst>
                      <a:ext uri="{FF2B5EF4-FFF2-40B4-BE49-F238E27FC236}">
                        <a16:creationId xmlns:a16="http://schemas.microsoft.com/office/drawing/2014/main" id="{D14DCCC2-9366-C6DA-B76B-8A78E63B677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304126" y="2294848"/>
                    <a:ext cx="535747" cy="1365917"/>
                  </a:xfrm>
                  <a:custGeom>
                    <a:avLst/>
                    <a:gdLst>
                      <a:gd name="connsiteX0" fmla="*/ 0 w 944064"/>
                      <a:gd name="connsiteY0" fmla="*/ 0 h 1347746"/>
                      <a:gd name="connsiteX1" fmla="*/ 944064 w 944064"/>
                      <a:gd name="connsiteY1" fmla="*/ 237532 h 1347746"/>
                      <a:gd name="connsiteX2" fmla="*/ 944064 w 944064"/>
                      <a:gd name="connsiteY2" fmla="*/ 1110214 h 1347746"/>
                      <a:gd name="connsiteX3" fmla="*/ 0 w 944064"/>
                      <a:gd name="connsiteY3" fmla="*/ 1347746 h 13477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4064" h="1347746">
                        <a:moveTo>
                          <a:pt x="0" y="0"/>
                        </a:moveTo>
                        <a:lnTo>
                          <a:pt x="944064" y="237532"/>
                        </a:lnTo>
                        <a:lnTo>
                          <a:pt x="944064" y="1110214"/>
                        </a:lnTo>
                        <a:lnTo>
                          <a:pt x="0" y="1347746"/>
                        </a:lnTo>
                        <a:close/>
                      </a:path>
                    </a:pathLst>
                  </a:custGeom>
                  <a:solidFill>
                    <a:srgbClr val="640B0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" name="Freeform: Shape 7">
                    <a:extLst>
                      <a:ext uri="{FF2B5EF4-FFF2-40B4-BE49-F238E27FC236}">
                        <a16:creationId xmlns:a16="http://schemas.microsoft.com/office/drawing/2014/main" id="{688F5A5B-501E-B4A1-5F90-29B09CD0425B}"/>
                      </a:ext>
                    </a:extLst>
                  </p:cNvPr>
                  <p:cNvSpPr/>
                  <p:nvPr/>
                </p:nvSpPr>
                <p:spPr>
                  <a:xfrm flipH="1">
                    <a:off x="5509385" y="3378504"/>
                    <a:ext cx="755534" cy="1148780"/>
                  </a:xfrm>
                  <a:custGeom>
                    <a:avLst/>
                    <a:gdLst>
                      <a:gd name="connsiteX0" fmla="*/ 0 w 944064"/>
                      <a:gd name="connsiteY0" fmla="*/ 0 h 1347746"/>
                      <a:gd name="connsiteX1" fmla="*/ 944064 w 944064"/>
                      <a:gd name="connsiteY1" fmla="*/ 237532 h 1347746"/>
                      <a:gd name="connsiteX2" fmla="*/ 944064 w 944064"/>
                      <a:gd name="connsiteY2" fmla="*/ 1110214 h 1347746"/>
                      <a:gd name="connsiteX3" fmla="*/ 0 w 944064"/>
                      <a:gd name="connsiteY3" fmla="*/ 1347746 h 13477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4064" h="1347746">
                        <a:moveTo>
                          <a:pt x="0" y="0"/>
                        </a:moveTo>
                        <a:lnTo>
                          <a:pt x="944064" y="237532"/>
                        </a:lnTo>
                        <a:lnTo>
                          <a:pt x="944064" y="1110214"/>
                        </a:lnTo>
                        <a:lnTo>
                          <a:pt x="0" y="1347746"/>
                        </a:lnTo>
                        <a:close/>
                      </a:path>
                    </a:pathLst>
                  </a:custGeom>
                  <a:solidFill>
                    <a:srgbClr val="633B2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3" name="Freeform: Shape 25">
                    <a:extLst>
                      <a:ext uri="{FF2B5EF4-FFF2-40B4-BE49-F238E27FC236}">
                        <a16:creationId xmlns:a16="http://schemas.microsoft.com/office/drawing/2014/main" id="{EE754D0A-6C9D-51DC-E316-93D835308AA3}"/>
                      </a:ext>
                    </a:extLst>
                  </p:cNvPr>
                  <p:cNvSpPr/>
                  <p:nvPr/>
                </p:nvSpPr>
                <p:spPr>
                  <a:xfrm>
                    <a:off x="2902407" y="3385694"/>
                    <a:ext cx="737131" cy="1148780"/>
                  </a:xfrm>
                  <a:custGeom>
                    <a:avLst/>
                    <a:gdLst>
                      <a:gd name="connsiteX0" fmla="*/ 0 w 944064"/>
                      <a:gd name="connsiteY0" fmla="*/ 0 h 1347746"/>
                      <a:gd name="connsiteX1" fmla="*/ 944064 w 944064"/>
                      <a:gd name="connsiteY1" fmla="*/ 237532 h 1347746"/>
                      <a:gd name="connsiteX2" fmla="*/ 944064 w 944064"/>
                      <a:gd name="connsiteY2" fmla="*/ 1110214 h 1347746"/>
                      <a:gd name="connsiteX3" fmla="*/ 0 w 944064"/>
                      <a:gd name="connsiteY3" fmla="*/ 1347746 h 13477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44064" h="1347746">
                        <a:moveTo>
                          <a:pt x="0" y="0"/>
                        </a:moveTo>
                        <a:lnTo>
                          <a:pt x="944064" y="237532"/>
                        </a:lnTo>
                        <a:lnTo>
                          <a:pt x="944064" y="1110214"/>
                        </a:lnTo>
                        <a:lnTo>
                          <a:pt x="0" y="1347746"/>
                        </a:lnTo>
                        <a:close/>
                      </a:path>
                    </a:pathLst>
                  </a:custGeom>
                  <a:solidFill>
                    <a:srgbClr val="633B2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9" name="Rectangle: Rounded Corners 42">
                    <a:extLst>
                      <a:ext uri="{FF2B5EF4-FFF2-40B4-BE49-F238E27FC236}">
                        <a16:creationId xmlns:a16="http://schemas.microsoft.com/office/drawing/2014/main" id="{7624B3D8-0A13-C6E9-66AE-4F65FD433E03}"/>
                      </a:ext>
                    </a:extLst>
                  </p:cNvPr>
                  <p:cNvSpPr/>
                  <p:nvPr/>
                </p:nvSpPr>
                <p:spPr>
                  <a:xfrm>
                    <a:off x="3729743" y="3328894"/>
                    <a:ext cx="1693940" cy="1248000"/>
                  </a:xfrm>
                  <a:prstGeom prst="roundRect">
                    <a:avLst>
                      <a:gd name="adj" fmla="val 15038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10800000" scaled="1"/>
                    <a:tileRect/>
                  </a:gradFill>
                  <a:ln w="635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0" name="Freeform: Shape 101">
                    <a:extLst>
                      <a:ext uri="{FF2B5EF4-FFF2-40B4-BE49-F238E27FC236}">
                        <a16:creationId xmlns:a16="http://schemas.microsoft.com/office/drawing/2014/main" id="{C5D6EE74-E5BD-722F-EC4C-DA7CDD49C05D}"/>
                      </a:ext>
                    </a:extLst>
                  </p:cNvPr>
                  <p:cNvSpPr/>
                  <p:nvPr/>
                </p:nvSpPr>
                <p:spPr>
                  <a:xfrm>
                    <a:off x="4046882" y="3232821"/>
                    <a:ext cx="1056436" cy="0"/>
                  </a:xfrm>
                  <a:custGeom>
                    <a:avLst/>
                    <a:gdLst>
                      <a:gd name="connsiteX0" fmla="*/ 0 w 1340886"/>
                      <a:gd name="connsiteY0" fmla="*/ 0 h 378396"/>
                      <a:gd name="connsiteX1" fmla="*/ 1340886 w 1340886"/>
                      <a:gd name="connsiteY1" fmla="*/ 0 h 378396"/>
                      <a:gd name="connsiteX2" fmla="*/ 1340886 w 1340886"/>
                      <a:gd name="connsiteY2" fmla="*/ 378396 h 378396"/>
                      <a:gd name="connsiteX3" fmla="*/ 0 w 1340886"/>
                      <a:gd name="connsiteY3" fmla="*/ 378396 h 378396"/>
                      <a:gd name="connsiteX4" fmla="*/ 0 w 1340886"/>
                      <a:gd name="connsiteY4" fmla="*/ 0 h 378396"/>
                      <a:gd name="connsiteX0" fmla="*/ 0 w 1340886"/>
                      <a:gd name="connsiteY0" fmla="*/ 378396 h 469836"/>
                      <a:gd name="connsiteX1" fmla="*/ 0 w 1340886"/>
                      <a:gd name="connsiteY1" fmla="*/ 0 h 469836"/>
                      <a:gd name="connsiteX2" fmla="*/ 1340886 w 1340886"/>
                      <a:gd name="connsiteY2" fmla="*/ 0 h 469836"/>
                      <a:gd name="connsiteX3" fmla="*/ 1340886 w 1340886"/>
                      <a:gd name="connsiteY3" fmla="*/ 378396 h 469836"/>
                      <a:gd name="connsiteX4" fmla="*/ 91440 w 1340886"/>
                      <a:gd name="connsiteY4" fmla="*/ 469836 h 469836"/>
                      <a:gd name="connsiteX0" fmla="*/ 0 w 1340886"/>
                      <a:gd name="connsiteY0" fmla="*/ 378396 h 378396"/>
                      <a:gd name="connsiteX1" fmla="*/ 0 w 1340886"/>
                      <a:gd name="connsiteY1" fmla="*/ 0 h 378396"/>
                      <a:gd name="connsiteX2" fmla="*/ 1340886 w 1340886"/>
                      <a:gd name="connsiteY2" fmla="*/ 0 h 378396"/>
                      <a:gd name="connsiteX3" fmla="*/ 1340886 w 1340886"/>
                      <a:gd name="connsiteY3" fmla="*/ 378396 h 378396"/>
                      <a:gd name="connsiteX0" fmla="*/ 0 w 1340886"/>
                      <a:gd name="connsiteY0" fmla="*/ 0 h 378396"/>
                      <a:gd name="connsiteX1" fmla="*/ 1340886 w 1340886"/>
                      <a:gd name="connsiteY1" fmla="*/ 0 h 378396"/>
                      <a:gd name="connsiteX2" fmla="*/ 1340886 w 1340886"/>
                      <a:gd name="connsiteY2" fmla="*/ 378396 h 378396"/>
                      <a:gd name="connsiteX0" fmla="*/ 0 w 1340886"/>
                      <a:gd name="connsiteY0" fmla="*/ 0 h 0"/>
                      <a:gd name="connsiteX1" fmla="*/ 1340886 w 1340886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340886">
                        <a:moveTo>
                          <a:pt x="0" y="0"/>
                        </a:moveTo>
                        <a:lnTo>
                          <a:pt x="1340886" y="0"/>
                        </a:lnTo>
                      </a:path>
                    </a:pathLst>
                  </a:custGeom>
                  <a:noFill/>
                  <a:ln w="63500">
                    <a:solidFill>
                      <a:srgbClr val="6940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1" name="Freeform: Shape 102">
                    <a:extLst>
                      <a:ext uri="{FF2B5EF4-FFF2-40B4-BE49-F238E27FC236}">
                        <a16:creationId xmlns:a16="http://schemas.microsoft.com/office/drawing/2014/main" id="{757E792B-EE93-14D5-84FB-59AEA2BDA913}"/>
                      </a:ext>
                    </a:extLst>
                  </p:cNvPr>
                  <p:cNvSpPr/>
                  <p:nvPr/>
                </p:nvSpPr>
                <p:spPr>
                  <a:xfrm>
                    <a:off x="3633647" y="3566804"/>
                    <a:ext cx="0" cy="762312"/>
                  </a:xfrm>
                  <a:custGeom>
                    <a:avLst/>
                    <a:gdLst>
                      <a:gd name="connsiteX0" fmla="*/ 0 w 524501"/>
                      <a:gd name="connsiteY0" fmla="*/ 0 h 863682"/>
                      <a:gd name="connsiteX1" fmla="*/ 524501 w 524501"/>
                      <a:gd name="connsiteY1" fmla="*/ 0 h 863682"/>
                      <a:gd name="connsiteX2" fmla="*/ 524501 w 524501"/>
                      <a:gd name="connsiteY2" fmla="*/ 863682 h 863682"/>
                      <a:gd name="connsiteX3" fmla="*/ 0 w 524501"/>
                      <a:gd name="connsiteY3" fmla="*/ 863682 h 863682"/>
                      <a:gd name="connsiteX4" fmla="*/ 0 w 524501"/>
                      <a:gd name="connsiteY4" fmla="*/ 0 h 863682"/>
                      <a:gd name="connsiteX0" fmla="*/ 524501 w 615941"/>
                      <a:gd name="connsiteY0" fmla="*/ 0 h 863682"/>
                      <a:gd name="connsiteX1" fmla="*/ 524501 w 615941"/>
                      <a:gd name="connsiteY1" fmla="*/ 863682 h 863682"/>
                      <a:gd name="connsiteX2" fmla="*/ 0 w 615941"/>
                      <a:gd name="connsiteY2" fmla="*/ 863682 h 863682"/>
                      <a:gd name="connsiteX3" fmla="*/ 0 w 615941"/>
                      <a:gd name="connsiteY3" fmla="*/ 0 h 863682"/>
                      <a:gd name="connsiteX4" fmla="*/ 615941 w 615941"/>
                      <a:gd name="connsiteY4" fmla="*/ 91440 h 863682"/>
                      <a:gd name="connsiteX0" fmla="*/ 524501 w 524501"/>
                      <a:gd name="connsiteY0" fmla="*/ 0 h 863682"/>
                      <a:gd name="connsiteX1" fmla="*/ 524501 w 524501"/>
                      <a:gd name="connsiteY1" fmla="*/ 863682 h 863682"/>
                      <a:gd name="connsiteX2" fmla="*/ 0 w 524501"/>
                      <a:gd name="connsiteY2" fmla="*/ 863682 h 863682"/>
                      <a:gd name="connsiteX3" fmla="*/ 0 w 524501"/>
                      <a:gd name="connsiteY3" fmla="*/ 0 h 863682"/>
                      <a:gd name="connsiteX0" fmla="*/ 524501 w 524501"/>
                      <a:gd name="connsiteY0" fmla="*/ 863682 h 863682"/>
                      <a:gd name="connsiteX1" fmla="*/ 0 w 524501"/>
                      <a:gd name="connsiteY1" fmla="*/ 863682 h 863682"/>
                      <a:gd name="connsiteX2" fmla="*/ 0 w 524501"/>
                      <a:gd name="connsiteY2" fmla="*/ 0 h 863682"/>
                      <a:gd name="connsiteX0" fmla="*/ 0 w 0"/>
                      <a:gd name="connsiteY0" fmla="*/ 863682 h 863682"/>
                      <a:gd name="connsiteX1" fmla="*/ 0 w 0"/>
                      <a:gd name="connsiteY1" fmla="*/ 0 h 863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863682">
                        <a:moveTo>
                          <a:pt x="0" y="863682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63500">
                    <a:solidFill>
                      <a:srgbClr val="6940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2" name="Freeform: Shape 103">
                    <a:extLst>
                      <a:ext uri="{FF2B5EF4-FFF2-40B4-BE49-F238E27FC236}">
                        <a16:creationId xmlns:a16="http://schemas.microsoft.com/office/drawing/2014/main" id="{BDC84298-A4D7-FB45-54D6-58A500DE0168}"/>
                      </a:ext>
                    </a:extLst>
                  </p:cNvPr>
                  <p:cNvSpPr/>
                  <p:nvPr/>
                </p:nvSpPr>
                <p:spPr>
                  <a:xfrm>
                    <a:off x="5510353" y="3566804"/>
                    <a:ext cx="0" cy="762312"/>
                  </a:xfrm>
                  <a:custGeom>
                    <a:avLst/>
                    <a:gdLst>
                      <a:gd name="connsiteX0" fmla="*/ 0 w 516629"/>
                      <a:gd name="connsiteY0" fmla="*/ 0 h 863682"/>
                      <a:gd name="connsiteX1" fmla="*/ 516629 w 516629"/>
                      <a:gd name="connsiteY1" fmla="*/ 0 h 863682"/>
                      <a:gd name="connsiteX2" fmla="*/ 516629 w 516629"/>
                      <a:gd name="connsiteY2" fmla="*/ 863682 h 863682"/>
                      <a:gd name="connsiteX3" fmla="*/ 0 w 516629"/>
                      <a:gd name="connsiteY3" fmla="*/ 863682 h 863682"/>
                      <a:gd name="connsiteX4" fmla="*/ 0 w 516629"/>
                      <a:gd name="connsiteY4" fmla="*/ 0 h 863682"/>
                      <a:gd name="connsiteX0" fmla="*/ 0 w 516629"/>
                      <a:gd name="connsiteY0" fmla="*/ 0 h 863682"/>
                      <a:gd name="connsiteX1" fmla="*/ 516629 w 516629"/>
                      <a:gd name="connsiteY1" fmla="*/ 0 h 863682"/>
                      <a:gd name="connsiteX2" fmla="*/ 516629 w 516629"/>
                      <a:gd name="connsiteY2" fmla="*/ 863682 h 863682"/>
                      <a:gd name="connsiteX3" fmla="*/ 0 w 516629"/>
                      <a:gd name="connsiteY3" fmla="*/ 863682 h 863682"/>
                      <a:gd name="connsiteX4" fmla="*/ 91440 w 516629"/>
                      <a:gd name="connsiteY4" fmla="*/ 91440 h 863682"/>
                      <a:gd name="connsiteX0" fmla="*/ 0 w 516629"/>
                      <a:gd name="connsiteY0" fmla="*/ 0 h 863682"/>
                      <a:gd name="connsiteX1" fmla="*/ 516629 w 516629"/>
                      <a:gd name="connsiteY1" fmla="*/ 0 h 863682"/>
                      <a:gd name="connsiteX2" fmla="*/ 516629 w 516629"/>
                      <a:gd name="connsiteY2" fmla="*/ 863682 h 863682"/>
                      <a:gd name="connsiteX3" fmla="*/ 0 w 516629"/>
                      <a:gd name="connsiteY3" fmla="*/ 863682 h 863682"/>
                      <a:gd name="connsiteX0" fmla="*/ 516629 w 516629"/>
                      <a:gd name="connsiteY0" fmla="*/ 0 h 863682"/>
                      <a:gd name="connsiteX1" fmla="*/ 516629 w 516629"/>
                      <a:gd name="connsiteY1" fmla="*/ 863682 h 863682"/>
                      <a:gd name="connsiteX2" fmla="*/ 0 w 516629"/>
                      <a:gd name="connsiteY2" fmla="*/ 863682 h 863682"/>
                      <a:gd name="connsiteX0" fmla="*/ 0 w 0"/>
                      <a:gd name="connsiteY0" fmla="*/ 0 h 863682"/>
                      <a:gd name="connsiteX1" fmla="*/ 0 w 0"/>
                      <a:gd name="connsiteY1" fmla="*/ 863682 h 863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863682">
                        <a:moveTo>
                          <a:pt x="0" y="0"/>
                        </a:moveTo>
                        <a:lnTo>
                          <a:pt x="0" y="863682"/>
                        </a:lnTo>
                      </a:path>
                    </a:pathLst>
                  </a:custGeom>
                  <a:noFill/>
                  <a:ln w="63500">
                    <a:solidFill>
                      <a:srgbClr val="6940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3" name="Freeform: Shape 104">
                    <a:extLst>
                      <a:ext uri="{FF2B5EF4-FFF2-40B4-BE49-F238E27FC236}">
                        <a16:creationId xmlns:a16="http://schemas.microsoft.com/office/drawing/2014/main" id="{6D05E640-0AD2-F5AB-C1D6-4869FB7B301A}"/>
                      </a:ext>
                    </a:extLst>
                  </p:cNvPr>
                  <p:cNvSpPr/>
                  <p:nvPr/>
                </p:nvSpPr>
                <p:spPr>
                  <a:xfrm>
                    <a:off x="4046882" y="4663102"/>
                    <a:ext cx="1056436" cy="0"/>
                  </a:xfrm>
                  <a:custGeom>
                    <a:avLst/>
                    <a:gdLst>
                      <a:gd name="connsiteX0" fmla="*/ 0 w 1340886"/>
                      <a:gd name="connsiteY0" fmla="*/ 0 h 378397"/>
                      <a:gd name="connsiteX1" fmla="*/ 1340886 w 1340886"/>
                      <a:gd name="connsiteY1" fmla="*/ 0 h 378397"/>
                      <a:gd name="connsiteX2" fmla="*/ 1340886 w 1340886"/>
                      <a:gd name="connsiteY2" fmla="*/ 378397 h 378397"/>
                      <a:gd name="connsiteX3" fmla="*/ 0 w 1340886"/>
                      <a:gd name="connsiteY3" fmla="*/ 378397 h 378397"/>
                      <a:gd name="connsiteX4" fmla="*/ 0 w 1340886"/>
                      <a:gd name="connsiteY4" fmla="*/ 0 h 378397"/>
                      <a:gd name="connsiteX0" fmla="*/ 0 w 1340886"/>
                      <a:gd name="connsiteY0" fmla="*/ 0 h 378397"/>
                      <a:gd name="connsiteX1" fmla="*/ 1340886 w 1340886"/>
                      <a:gd name="connsiteY1" fmla="*/ 0 h 378397"/>
                      <a:gd name="connsiteX2" fmla="*/ 1340886 w 1340886"/>
                      <a:gd name="connsiteY2" fmla="*/ 378397 h 378397"/>
                      <a:gd name="connsiteX3" fmla="*/ 0 w 1340886"/>
                      <a:gd name="connsiteY3" fmla="*/ 378397 h 378397"/>
                      <a:gd name="connsiteX4" fmla="*/ 91440 w 1340886"/>
                      <a:gd name="connsiteY4" fmla="*/ 91440 h 378397"/>
                      <a:gd name="connsiteX0" fmla="*/ 0 w 1340886"/>
                      <a:gd name="connsiteY0" fmla="*/ 0 h 378397"/>
                      <a:gd name="connsiteX1" fmla="*/ 1340886 w 1340886"/>
                      <a:gd name="connsiteY1" fmla="*/ 0 h 378397"/>
                      <a:gd name="connsiteX2" fmla="*/ 1340886 w 1340886"/>
                      <a:gd name="connsiteY2" fmla="*/ 378397 h 378397"/>
                      <a:gd name="connsiteX3" fmla="*/ 0 w 1340886"/>
                      <a:gd name="connsiteY3" fmla="*/ 378397 h 378397"/>
                      <a:gd name="connsiteX0" fmla="*/ 1340886 w 1340886"/>
                      <a:gd name="connsiteY0" fmla="*/ 0 h 378397"/>
                      <a:gd name="connsiteX1" fmla="*/ 1340886 w 1340886"/>
                      <a:gd name="connsiteY1" fmla="*/ 378397 h 378397"/>
                      <a:gd name="connsiteX2" fmla="*/ 0 w 1340886"/>
                      <a:gd name="connsiteY2" fmla="*/ 378397 h 378397"/>
                      <a:gd name="connsiteX0" fmla="*/ 1340886 w 1340886"/>
                      <a:gd name="connsiteY0" fmla="*/ 0 h 0"/>
                      <a:gd name="connsiteX1" fmla="*/ 0 w 1340886"/>
                      <a:gd name="connsiteY1" fmla="*/ 0 h 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340886">
                        <a:moveTo>
                          <a:pt x="134088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63500">
                    <a:solidFill>
                      <a:srgbClr val="6940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5" name="Freeform: Shape 106">
                    <a:extLst>
                      <a:ext uri="{FF2B5EF4-FFF2-40B4-BE49-F238E27FC236}">
                        <a16:creationId xmlns:a16="http://schemas.microsoft.com/office/drawing/2014/main" id="{6431A494-11AD-F371-8A07-5BD563AFCD3B}"/>
                      </a:ext>
                    </a:extLst>
                  </p:cNvPr>
                  <p:cNvSpPr/>
                  <p:nvPr/>
                </p:nvSpPr>
                <p:spPr>
                  <a:xfrm>
                    <a:off x="5103319" y="3232821"/>
                    <a:ext cx="407033" cy="333984"/>
                  </a:xfrm>
                  <a:custGeom>
                    <a:avLst/>
                    <a:gdLst>
                      <a:gd name="connsiteX0" fmla="*/ 0 w 516629"/>
                      <a:gd name="connsiteY0" fmla="*/ 0 h 378396"/>
                      <a:gd name="connsiteX1" fmla="*/ 246544 w 516629"/>
                      <a:gd name="connsiteY1" fmla="*/ 0 h 378396"/>
                      <a:gd name="connsiteX2" fmla="*/ 516629 w 516629"/>
                      <a:gd name="connsiteY2" fmla="*/ 270085 h 378396"/>
                      <a:gd name="connsiteX3" fmla="*/ 516629 w 516629"/>
                      <a:gd name="connsiteY3" fmla="*/ 378396 h 378396"/>
                      <a:gd name="connsiteX4" fmla="*/ 0 w 516629"/>
                      <a:gd name="connsiteY4" fmla="*/ 378396 h 378396"/>
                      <a:gd name="connsiteX5" fmla="*/ 0 w 516629"/>
                      <a:gd name="connsiteY5" fmla="*/ 0 h 378396"/>
                      <a:gd name="connsiteX0" fmla="*/ 0 w 516629"/>
                      <a:gd name="connsiteY0" fmla="*/ 378396 h 469836"/>
                      <a:gd name="connsiteX1" fmla="*/ 0 w 516629"/>
                      <a:gd name="connsiteY1" fmla="*/ 0 h 469836"/>
                      <a:gd name="connsiteX2" fmla="*/ 246544 w 516629"/>
                      <a:gd name="connsiteY2" fmla="*/ 0 h 469836"/>
                      <a:gd name="connsiteX3" fmla="*/ 516629 w 516629"/>
                      <a:gd name="connsiteY3" fmla="*/ 270085 h 469836"/>
                      <a:gd name="connsiteX4" fmla="*/ 516629 w 516629"/>
                      <a:gd name="connsiteY4" fmla="*/ 378396 h 469836"/>
                      <a:gd name="connsiteX5" fmla="*/ 91440 w 516629"/>
                      <a:gd name="connsiteY5" fmla="*/ 469836 h 469836"/>
                      <a:gd name="connsiteX0" fmla="*/ 0 w 516629"/>
                      <a:gd name="connsiteY0" fmla="*/ 378396 h 378396"/>
                      <a:gd name="connsiteX1" fmla="*/ 0 w 516629"/>
                      <a:gd name="connsiteY1" fmla="*/ 0 h 378396"/>
                      <a:gd name="connsiteX2" fmla="*/ 246544 w 516629"/>
                      <a:gd name="connsiteY2" fmla="*/ 0 h 378396"/>
                      <a:gd name="connsiteX3" fmla="*/ 516629 w 516629"/>
                      <a:gd name="connsiteY3" fmla="*/ 270085 h 378396"/>
                      <a:gd name="connsiteX4" fmla="*/ 516629 w 516629"/>
                      <a:gd name="connsiteY4" fmla="*/ 378396 h 378396"/>
                      <a:gd name="connsiteX0" fmla="*/ 0 w 516629"/>
                      <a:gd name="connsiteY0" fmla="*/ 0 h 378396"/>
                      <a:gd name="connsiteX1" fmla="*/ 246544 w 516629"/>
                      <a:gd name="connsiteY1" fmla="*/ 0 h 378396"/>
                      <a:gd name="connsiteX2" fmla="*/ 516629 w 516629"/>
                      <a:gd name="connsiteY2" fmla="*/ 270085 h 378396"/>
                      <a:gd name="connsiteX3" fmla="*/ 516629 w 516629"/>
                      <a:gd name="connsiteY3" fmla="*/ 378396 h 378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6629" h="378396">
                        <a:moveTo>
                          <a:pt x="0" y="0"/>
                        </a:moveTo>
                        <a:lnTo>
                          <a:pt x="246544" y="0"/>
                        </a:lnTo>
                        <a:cubicBezTo>
                          <a:pt x="395708" y="0"/>
                          <a:pt x="516629" y="120921"/>
                          <a:pt x="516629" y="270085"/>
                        </a:cubicBezTo>
                        <a:lnTo>
                          <a:pt x="516629" y="378396"/>
                        </a:lnTo>
                      </a:path>
                    </a:pathLst>
                  </a:custGeom>
                  <a:noFill/>
                  <a:ln w="63500" cap="rnd">
                    <a:solidFill>
                      <a:srgbClr val="694023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6" name="Freeform: Shape 107">
                    <a:extLst>
                      <a:ext uri="{FF2B5EF4-FFF2-40B4-BE49-F238E27FC236}">
                        <a16:creationId xmlns:a16="http://schemas.microsoft.com/office/drawing/2014/main" id="{B1DFF1FE-10B0-78EF-928D-131A3B388881}"/>
                      </a:ext>
                    </a:extLst>
                  </p:cNvPr>
                  <p:cNvSpPr/>
                  <p:nvPr/>
                </p:nvSpPr>
                <p:spPr>
                  <a:xfrm>
                    <a:off x="3633647" y="4329117"/>
                    <a:ext cx="413236" cy="333985"/>
                  </a:xfrm>
                  <a:custGeom>
                    <a:avLst/>
                    <a:gdLst>
                      <a:gd name="connsiteX0" fmla="*/ 0 w 524501"/>
                      <a:gd name="connsiteY0" fmla="*/ 0 h 378397"/>
                      <a:gd name="connsiteX1" fmla="*/ 524501 w 524501"/>
                      <a:gd name="connsiteY1" fmla="*/ 0 h 378397"/>
                      <a:gd name="connsiteX2" fmla="*/ 524501 w 524501"/>
                      <a:gd name="connsiteY2" fmla="*/ 378397 h 378397"/>
                      <a:gd name="connsiteX3" fmla="*/ 270085 w 524501"/>
                      <a:gd name="connsiteY3" fmla="*/ 378397 h 378397"/>
                      <a:gd name="connsiteX4" fmla="*/ 0 w 524501"/>
                      <a:gd name="connsiteY4" fmla="*/ 108312 h 378397"/>
                      <a:gd name="connsiteX5" fmla="*/ 0 w 524501"/>
                      <a:gd name="connsiteY5" fmla="*/ 0 h 378397"/>
                      <a:gd name="connsiteX0" fmla="*/ 524501 w 615941"/>
                      <a:gd name="connsiteY0" fmla="*/ 0 h 378397"/>
                      <a:gd name="connsiteX1" fmla="*/ 524501 w 615941"/>
                      <a:gd name="connsiteY1" fmla="*/ 378397 h 378397"/>
                      <a:gd name="connsiteX2" fmla="*/ 270085 w 615941"/>
                      <a:gd name="connsiteY2" fmla="*/ 378397 h 378397"/>
                      <a:gd name="connsiteX3" fmla="*/ 0 w 615941"/>
                      <a:gd name="connsiteY3" fmla="*/ 108312 h 378397"/>
                      <a:gd name="connsiteX4" fmla="*/ 0 w 615941"/>
                      <a:gd name="connsiteY4" fmla="*/ 0 h 378397"/>
                      <a:gd name="connsiteX5" fmla="*/ 615941 w 615941"/>
                      <a:gd name="connsiteY5" fmla="*/ 91440 h 378397"/>
                      <a:gd name="connsiteX0" fmla="*/ 524501 w 524501"/>
                      <a:gd name="connsiteY0" fmla="*/ 0 h 378397"/>
                      <a:gd name="connsiteX1" fmla="*/ 524501 w 524501"/>
                      <a:gd name="connsiteY1" fmla="*/ 378397 h 378397"/>
                      <a:gd name="connsiteX2" fmla="*/ 270085 w 524501"/>
                      <a:gd name="connsiteY2" fmla="*/ 378397 h 378397"/>
                      <a:gd name="connsiteX3" fmla="*/ 0 w 524501"/>
                      <a:gd name="connsiteY3" fmla="*/ 108312 h 378397"/>
                      <a:gd name="connsiteX4" fmla="*/ 0 w 524501"/>
                      <a:gd name="connsiteY4" fmla="*/ 0 h 378397"/>
                      <a:gd name="connsiteX0" fmla="*/ 524501 w 524501"/>
                      <a:gd name="connsiteY0" fmla="*/ 378397 h 378397"/>
                      <a:gd name="connsiteX1" fmla="*/ 270085 w 524501"/>
                      <a:gd name="connsiteY1" fmla="*/ 378397 h 378397"/>
                      <a:gd name="connsiteX2" fmla="*/ 0 w 524501"/>
                      <a:gd name="connsiteY2" fmla="*/ 108312 h 378397"/>
                      <a:gd name="connsiteX3" fmla="*/ 0 w 524501"/>
                      <a:gd name="connsiteY3" fmla="*/ 0 h 378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24501" h="378397">
                        <a:moveTo>
                          <a:pt x="524501" y="378397"/>
                        </a:moveTo>
                        <a:lnTo>
                          <a:pt x="270085" y="378397"/>
                        </a:lnTo>
                        <a:cubicBezTo>
                          <a:pt x="120921" y="378397"/>
                          <a:pt x="0" y="257476"/>
                          <a:pt x="0" y="108312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63500" cap="rnd">
                    <a:solidFill>
                      <a:srgbClr val="694023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37" name="Freeform: Shape 108">
                    <a:extLst>
                      <a:ext uri="{FF2B5EF4-FFF2-40B4-BE49-F238E27FC236}">
                        <a16:creationId xmlns:a16="http://schemas.microsoft.com/office/drawing/2014/main" id="{741BEF0A-D104-0D12-22CB-256B09FD02C2}"/>
                      </a:ext>
                    </a:extLst>
                  </p:cNvPr>
                  <p:cNvSpPr/>
                  <p:nvPr/>
                </p:nvSpPr>
                <p:spPr>
                  <a:xfrm>
                    <a:off x="5103319" y="4329117"/>
                    <a:ext cx="407033" cy="333985"/>
                  </a:xfrm>
                  <a:custGeom>
                    <a:avLst/>
                    <a:gdLst>
                      <a:gd name="connsiteX0" fmla="*/ 0 w 516629"/>
                      <a:gd name="connsiteY0" fmla="*/ 0 h 378397"/>
                      <a:gd name="connsiteX1" fmla="*/ 516629 w 516629"/>
                      <a:gd name="connsiteY1" fmla="*/ 0 h 378397"/>
                      <a:gd name="connsiteX2" fmla="*/ 516629 w 516629"/>
                      <a:gd name="connsiteY2" fmla="*/ 108312 h 378397"/>
                      <a:gd name="connsiteX3" fmla="*/ 246544 w 516629"/>
                      <a:gd name="connsiteY3" fmla="*/ 378397 h 378397"/>
                      <a:gd name="connsiteX4" fmla="*/ 0 w 516629"/>
                      <a:gd name="connsiteY4" fmla="*/ 378397 h 378397"/>
                      <a:gd name="connsiteX5" fmla="*/ 0 w 516629"/>
                      <a:gd name="connsiteY5" fmla="*/ 0 h 378397"/>
                      <a:gd name="connsiteX0" fmla="*/ 0 w 516629"/>
                      <a:gd name="connsiteY0" fmla="*/ 0 h 378397"/>
                      <a:gd name="connsiteX1" fmla="*/ 516629 w 516629"/>
                      <a:gd name="connsiteY1" fmla="*/ 0 h 378397"/>
                      <a:gd name="connsiteX2" fmla="*/ 516629 w 516629"/>
                      <a:gd name="connsiteY2" fmla="*/ 108312 h 378397"/>
                      <a:gd name="connsiteX3" fmla="*/ 246544 w 516629"/>
                      <a:gd name="connsiteY3" fmla="*/ 378397 h 378397"/>
                      <a:gd name="connsiteX4" fmla="*/ 0 w 516629"/>
                      <a:gd name="connsiteY4" fmla="*/ 378397 h 378397"/>
                      <a:gd name="connsiteX5" fmla="*/ 91440 w 516629"/>
                      <a:gd name="connsiteY5" fmla="*/ 91440 h 378397"/>
                      <a:gd name="connsiteX0" fmla="*/ 11915 w 528544"/>
                      <a:gd name="connsiteY0" fmla="*/ 0 h 378397"/>
                      <a:gd name="connsiteX1" fmla="*/ 528544 w 528544"/>
                      <a:gd name="connsiteY1" fmla="*/ 0 h 378397"/>
                      <a:gd name="connsiteX2" fmla="*/ 528544 w 528544"/>
                      <a:gd name="connsiteY2" fmla="*/ 108312 h 378397"/>
                      <a:gd name="connsiteX3" fmla="*/ 258459 w 528544"/>
                      <a:gd name="connsiteY3" fmla="*/ 378397 h 378397"/>
                      <a:gd name="connsiteX4" fmla="*/ 11915 w 528544"/>
                      <a:gd name="connsiteY4" fmla="*/ 378397 h 378397"/>
                      <a:gd name="connsiteX5" fmla="*/ 45367 w 528544"/>
                      <a:gd name="connsiteY5" fmla="*/ 199978 h 378397"/>
                      <a:gd name="connsiteX6" fmla="*/ 103355 w 528544"/>
                      <a:gd name="connsiteY6" fmla="*/ 91440 h 378397"/>
                      <a:gd name="connsiteX0" fmla="*/ 11915 w 528544"/>
                      <a:gd name="connsiteY0" fmla="*/ 0 h 378397"/>
                      <a:gd name="connsiteX1" fmla="*/ 528544 w 528544"/>
                      <a:gd name="connsiteY1" fmla="*/ 0 h 378397"/>
                      <a:gd name="connsiteX2" fmla="*/ 528544 w 528544"/>
                      <a:gd name="connsiteY2" fmla="*/ 108312 h 378397"/>
                      <a:gd name="connsiteX3" fmla="*/ 258459 w 528544"/>
                      <a:gd name="connsiteY3" fmla="*/ 378397 h 378397"/>
                      <a:gd name="connsiteX4" fmla="*/ 11915 w 528544"/>
                      <a:gd name="connsiteY4" fmla="*/ 378397 h 378397"/>
                      <a:gd name="connsiteX5" fmla="*/ 45367 w 528544"/>
                      <a:gd name="connsiteY5" fmla="*/ 199978 h 378397"/>
                      <a:gd name="connsiteX0" fmla="*/ 0 w 516629"/>
                      <a:gd name="connsiteY0" fmla="*/ 0 h 378397"/>
                      <a:gd name="connsiteX1" fmla="*/ 516629 w 516629"/>
                      <a:gd name="connsiteY1" fmla="*/ 0 h 378397"/>
                      <a:gd name="connsiteX2" fmla="*/ 516629 w 516629"/>
                      <a:gd name="connsiteY2" fmla="*/ 108312 h 378397"/>
                      <a:gd name="connsiteX3" fmla="*/ 246544 w 516629"/>
                      <a:gd name="connsiteY3" fmla="*/ 378397 h 378397"/>
                      <a:gd name="connsiteX4" fmla="*/ 0 w 516629"/>
                      <a:gd name="connsiteY4" fmla="*/ 378397 h 378397"/>
                      <a:gd name="connsiteX0" fmla="*/ 516629 w 516629"/>
                      <a:gd name="connsiteY0" fmla="*/ 0 h 378397"/>
                      <a:gd name="connsiteX1" fmla="*/ 516629 w 516629"/>
                      <a:gd name="connsiteY1" fmla="*/ 108312 h 378397"/>
                      <a:gd name="connsiteX2" fmla="*/ 246544 w 516629"/>
                      <a:gd name="connsiteY2" fmla="*/ 378397 h 378397"/>
                      <a:gd name="connsiteX3" fmla="*/ 0 w 516629"/>
                      <a:gd name="connsiteY3" fmla="*/ 378397 h 378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16629" h="378397">
                        <a:moveTo>
                          <a:pt x="516629" y="0"/>
                        </a:moveTo>
                        <a:lnTo>
                          <a:pt x="516629" y="108312"/>
                        </a:lnTo>
                        <a:cubicBezTo>
                          <a:pt x="516629" y="257476"/>
                          <a:pt x="395708" y="378397"/>
                          <a:pt x="246544" y="378397"/>
                        </a:cubicBezTo>
                        <a:lnTo>
                          <a:pt x="0" y="378397"/>
                        </a:lnTo>
                      </a:path>
                    </a:pathLst>
                  </a:custGeom>
                  <a:noFill/>
                  <a:ln w="63500" cap="rnd">
                    <a:solidFill>
                      <a:srgbClr val="694023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</p:grp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1A95C2-4C22-2E00-AE84-16368BADDE7F}"/>
                  </a:ext>
                </a:extLst>
              </p:cNvPr>
              <p:cNvSpPr txBox="1"/>
              <p:nvPr/>
            </p:nvSpPr>
            <p:spPr>
              <a:xfrm>
                <a:off x="3729743" y="3737451"/>
                <a:ext cx="1693940" cy="43088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IN" sz="2200" b="1" dirty="0" smtClean="0">
                    <a:solidFill>
                      <a:srgbClr val="640B06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layfair Display" pitchFamily="2" charset="0"/>
                    <a:cs typeface="Times New Roman" panose="02020603050405020304" pitchFamily="18" charset="0"/>
                  </a:rPr>
                  <a:t>SECTIONS</a:t>
                </a:r>
                <a:endParaRPr lang="en-IN" sz="2200" b="1" dirty="0">
                  <a:solidFill>
                    <a:srgbClr val="640B0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layfair Display" pitchFamily="2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Freeform: Shape 105">
              <a:extLst>
                <a:ext uri="{FF2B5EF4-FFF2-40B4-BE49-F238E27FC236}">
                  <a16:creationId xmlns:a16="http://schemas.microsoft.com/office/drawing/2014/main" id="{3C614DEC-C295-1A38-CB0B-FDF0498F4EA4}"/>
                </a:ext>
              </a:extLst>
            </p:cNvPr>
            <p:cNvSpPr/>
            <p:nvPr/>
          </p:nvSpPr>
          <p:spPr>
            <a:xfrm>
              <a:off x="3633647" y="3232821"/>
              <a:ext cx="413236" cy="333984"/>
            </a:xfrm>
            <a:custGeom>
              <a:avLst/>
              <a:gdLst>
                <a:gd name="connsiteX0" fmla="*/ 270085 w 524501"/>
                <a:gd name="connsiteY0" fmla="*/ 0 h 378396"/>
                <a:gd name="connsiteX1" fmla="*/ 524501 w 524501"/>
                <a:gd name="connsiteY1" fmla="*/ 0 h 378396"/>
                <a:gd name="connsiteX2" fmla="*/ 524501 w 524501"/>
                <a:gd name="connsiteY2" fmla="*/ 378396 h 378396"/>
                <a:gd name="connsiteX3" fmla="*/ 0 w 524501"/>
                <a:gd name="connsiteY3" fmla="*/ 378396 h 378396"/>
                <a:gd name="connsiteX4" fmla="*/ 0 w 524501"/>
                <a:gd name="connsiteY4" fmla="*/ 270085 h 378396"/>
                <a:gd name="connsiteX5" fmla="*/ 270085 w 524501"/>
                <a:gd name="connsiteY5" fmla="*/ 0 h 378396"/>
                <a:gd name="connsiteX0" fmla="*/ 524501 w 615941"/>
                <a:gd name="connsiteY0" fmla="*/ 378396 h 469836"/>
                <a:gd name="connsiteX1" fmla="*/ 0 w 615941"/>
                <a:gd name="connsiteY1" fmla="*/ 378396 h 469836"/>
                <a:gd name="connsiteX2" fmla="*/ 0 w 615941"/>
                <a:gd name="connsiteY2" fmla="*/ 270085 h 469836"/>
                <a:gd name="connsiteX3" fmla="*/ 270085 w 615941"/>
                <a:gd name="connsiteY3" fmla="*/ 0 h 469836"/>
                <a:gd name="connsiteX4" fmla="*/ 524501 w 615941"/>
                <a:gd name="connsiteY4" fmla="*/ 0 h 469836"/>
                <a:gd name="connsiteX5" fmla="*/ 615941 w 615941"/>
                <a:gd name="connsiteY5" fmla="*/ 469836 h 469836"/>
                <a:gd name="connsiteX0" fmla="*/ 524501 w 524501"/>
                <a:gd name="connsiteY0" fmla="*/ 378396 h 378396"/>
                <a:gd name="connsiteX1" fmla="*/ 0 w 524501"/>
                <a:gd name="connsiteY1" fmla="*/ 378396 h 378396"/>
                <a:gd name="connsiteX2" fmla="*/ 0 w 524501"/>
                <a:gd name="connsiteY2" fmla="*/ 270085 h 378396"/>
                <a:gd name="connsiteX3" fmla="*/ 270085 w 524501"/>
                <a:gd name="connsiteY3" fmla="*/ 0 h 378396"/>
                <a:gd name="connsiteX4" fmla="*/ 524501 w 524501"/>
                <a:gd name="connsiteY4" fmla="*/ 0 h 378396"/>
                <a:gd name="connsiteX0" fmla="*/ 0 w 524501"/>
                <a:gd name="connsiteY0" fmla="*/ 378396 h 378396"/>
                <a:gd name="connsiteX1" fmla="*/ 0 w 524501"/>
                <a:gd name="connsiteY1" fmla="*/ 270085 h 378396"/>
                <a:gd name="connsiteX2" fmla="*/ 270085 w 524501"/>
                <a:gd name="connsiteY2" fmla="*/ 0 h 378396"/>
                <a:gd name="connsiteX3" fmla="*/ 524501 w 524501"/>
                <a:gd name="connsiteY3" fmla="*/ 0 h 378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4501" h="378396">
                  <a:moveTo>
                    <a:pt x="0" y="378396"/>
                  </a:moveTo>
                  <a:lnTo>
                    <a:pt x="0" y="270085"/>
                  </a:lnTo>
                  <a:cubicBezTo>
                    <a:pt x="0" y="120921"/>
                    <a:pt x="120921" y="0"/>
                    <a:pt x="270085" y="0"/>
                  </a:cubicBezTo>
                  <a:lnTo>
                    <a:pt x="524501" y="0"/>
                  </a:lnTo>
                </a:path>
              </a:pathLst>
            </a:custGeom>
            <a:noFill/>
            <a:ln w="63500" cap="rnd">
              <a:solidFill>
                <a:srgbClr val="694023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900166" y="1675303"/>
            <a:ext cx="3358177" cy="1018640"/>
            <a:chOff x="2900166" y="1675303"/>
            <a:chExt cx="3358177" cy="1018640"/>
          </a:xfrm>
        </p:grpSpPr>
        <p:sp>
          <p:nvSpPr>
            <p:cNvPr id="29" name="Rectangle: Rounded Corners 70">
              <a:extLst>
                <a:ext uri="{FF2B5EF4-FFF2-40B4-BE49-F238E27FC236}">
                  <a16:creationId xmlns:a16="http://schemas.microsoft.com/office/drawing/2014/main" id="{E2B5DF9D-E700-FA5E-F3AF-3B932CC259A1}"/>
                </a:ext>
              </a:extLst>
            </p:cNvPr>
            <p:cNvSpPr/>
            <p:nvPr/>
          </p:nvSpPr>
          <p:spPr>
            <a:xfrm>
              <a:off x="2900166" y="1675303"/>
              <a:ext cx="3358177" cy="1018640"/>
            </a:xfrm>
            <a:prstGeom prst="roundRect">
              <a:avLst/>
            </a:prstGeom>
            <a:noFill/>
            <a:ln w="38100">
              <a:solidFill>
                <a:srgbClr val="640B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1C3BAEC-FDCE-9CD8-A7CD-0FB03FB1252D}"/>
                </a:ext>
              </a:extLst>
            </p:cNvPr>
            <p:cNvGrpSpPr/>
            <p:nvPr/>
          </p:nvGrpSpPr>
          <p:grpSpPr>
            <a:xfrm>
              <a:off x="3009304" y="1828489"/>
              <a:ext cx="3139900" cy="712267"/>
              <a:chOff x="4114800" y="1360450"/>
              <a:chExt cx="3985332" cy="806982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EAB5C1F-418C-E4D2-FBF1-ACAFEB2BF721}"/>
                  </a:ext>
                </a:extLst>
              </p:cNvPr>
              <p:cNvGrpSpPr/>
              <p:nvPr/>
            </p:nvGrpSpPr>
            <p:grpSpPr>
              <a:xfrm>
                <a:off x="4114800" y="1360450"/>
                <a:ext cx="3985332" cy="806982"/>
                <a:chOff x="4114800" y="1416079"/>
                <a:chExt cx="3985332" cy="695723"/>
              </a:xfrm>
              <a:solidFill>
                <a:schemeClr val="accent2"/>
              </a:solidFill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FF2C1F19-3D72-EAEE-2268-9FBD590C5E81}"/>
                    </a:ext>
                  </a:extLst>
                </p:cNvPr>
                <p:cNvSpPr/>
                <p:nvPr/>
              </p:nvSpPr>
              <p:spPr>
                <a:xfrm rot="5400000">
                  <a:off x="4164980" y="1365899"/>
                  <a:ext cx="695721" cy="796082"/>
                </a:xfrm>
                <a:prstGeom prst="rect">
                  <a:avLst/>
                </a:prstGeom>
                <a:solidFill>
                  <a:srgbClr val="640B0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3892798-E764-7FA5-CF62-F17AB5E84EE0}"/>
                    </a:ext>
                  </a:extLst>
                </p:cNvPr>
                <p:cNvSpPr/>
                <p:nvPr/>
              </p:nvSpPr>
              <p:spPr>
                <a:xfrm rot="5400000">
                  <a:off x="7699917" y="1711587"/>
                  <a:ext cx="695721" cy="104709"/>
                </a:xfrm>
                <a:prstGeom prst="rect">
                  <a:avLst/>
                </a:prstGeom>
                <a:solidFill>
                  <a:srgbClr val="640B0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B38548C-D83A-E5E2-E428-5C8EABFF347C}"/>
                  </a:ext>
                </a:extLst>
              </p:cNvPr>
              <p:cNvGrpSpPr/>
              <p:nvPr/>
            </p:nvGrpSpPr>
            <p:grpSpPr>
              <a:xfrm>
                <a:off x="5096780" y="1382144"/>
                <a:ext cx="2571407" cy="763594"/>
                <a:chOff x="5074478" y="1370992"/>
                <a:chExt cx="2571407" cy="763594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F1FFB46-0BBF-3276-8D25-7D9A60F18C22}"/>
                    </a:ext>
                  </a:extLst>
                </p:cNvPr>
                <p:cNvSpPr txBox="1"/>
                <p:nvPr/>
              </p:nvSpPr>
              <p:spPr>
                <a:xfrm>
                  <a:off x="5074481" y="1700808"/>
                  <a:ext cx="2571404" cy="4337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r>
                    <a:rPr lang="en-US" sz="1400" b="1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EB Garamond" pitchFamily="2" charset="0"/>
                      <a:ea typeface="EB Garamond" pitchFamily="2" charset="0"/>
                      <a:cs typeface="EB Garamond" pitchFamily="2" charset="0"/>
                    </a:rPr>
                    <a:t>Introduction of the tribute website</a:t>
                  </a:r>
                  <a:endParaRPr 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A81452D-73D8-85CE-3203-DE95C9055C8D}"/>
                    </a:ext>
                  </a:extLst>
                </p:cNvPr>
                <p:cNvSpPr txBox="1"/>
                <p:nvPr/>
              </p:nvSpPr>
              <p:spPr>
                <a:xfrm>
                  <a:off x="5074478" y="1370992"/>
                  <a:ext cx="2571405" cy="2682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b="1" dirty="0" smtClean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layfair Display" pitchFamily="2" charset="0"/>
                      <a:cs typeface="Times New Roman" panose="02020603050405020304" pitchFamily="18" charset="0"/>
                    </a:rPr>
                    <a:t>HOME</a:t>
                  </a:r>
                  <a:endParaRPr lang="en-US" sz="16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layfair Display" pitchFamily="2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027" name="Picture 3" descr="C:\Users\amnaa\Downloads\download__4_-removebg-preview.png"/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8365" y="1966014"/>
              <a:ext cx="443400" cy="443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C:\Users\amnaa\Downloads\istockphoto-1331044109-612x612-removebg-preview.pn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94785" y="3535050"/>
            <a:ext cx="835688" cy="83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2" name="Group 61"/>
          <p:cNvGrpSpPr/>
          <p:nvPr/>
        </p:nvGrpSpPr>
        <p:grpSpPr>
          <a:xfrm>
            <a:off x="2900166" y="5198884"/>
            <a:ext cx="3358177" cy="1018640"/>
            <a:chOff x="2900166" y="5198884"/>
            <a:chExt cx="3358177" cy="1018640"/>
          </a:xfrm>
        </p:grpSpPr>
        <p:sp>
          <p:nvSpPr>
            <p:cNvPr id="28" name="Rectangle: Rounded Corners 69">
              <a:extLst>
                <a:ext uri="{FF2B5EF4-FFF2-40B4-BE49-F238E27FC236}">
                  <a16:creationId xmlns:a16="http://schemas.microsoft.com/office/drawing/2014/main" id="{5C011177-6EEB-5ADF-9A88-2721F3CFB09A}"/>
                </a:ext>
              </a:extLst>
            </p:cNvPr>
            <p:cNvSpPr/>
            <p:nvPr/>
          </p:nvSpPr>
          <p:spPr>
            <a:xfrm>
              <a:off x="2900166" y="5198884"/>
              <a:ext cx="3358177" cy="1018640"/>
            </a:xfrm>
            <a:prstGeom prst="roundRect">
              <a:avLst/>
            </a:prstGeom>
            <a:noFill/>
            <a:ln w="38100">
              <a:solidFill>
                <a:srgbClr val="640B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4E96B75-C738-463E-D060-EA104CFBA244}"/>
                </a:ext>
              </a:extLst>
            </p:cNvPr>
            <p:cNvGrpSpPr/>
            <p:nvPr/>
          </p:nvGrpSpPr>
          <p:grpSpPr>
            <a:xfrm>
              <a:off x="3009304" y="5352072"/>
              <a:ext cx="3139900" cy="712267"/>
              <a:chOff x="4114800" y="1416079"/>
              <a:chExt cx="3985332" cy="695723"/>
            </a:xfrm>
            <a:solidFill>
              <a:schemeClr val="accent2"/>
            </a:solidFill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D05C5D3-6A7C-59E5-B3F9-DFAC98962C13}"/>
                  </a:ext>
                </a:extLst>
              </p:cNvPr>
              <p:cNvSpPr/>
              <p:nvPr/>
            </p:nvSpPr>
            <p:spPr>
              <a:xfrm rot="5400000">
                <a:off x="4164980" y="1365899"/>
                <a:ext cx="695721" cy="796082"/>
              </a:xfrm>
              <a:prstGeom prst="rect">
                <a:avLst/>
              </a:prstGeom>
              <a:solidFill>
                <a:srgbClr val="640B0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AC9C808-8136-2616-812B-2D33F3655888}"/>
                  </a:ext>
                </a:extLst>
              </p:cNvPr>
              <p:cNvSpPr/>
              <p:nvPr/>
            </p:nvSpPr>
            <p:spPr>
              <a:xfrm rot="5400000">
                <a:off x="7699917" y="1711587"/>
                <a:ext cx="695721" cy="104709"/>
              </a:xfrm>
              <a:prstGeom prst="rect">
                <a:avLst/>
              </a:prstGeom>
              <a:solidFill>
                <a:srgbClr val="640B0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7290FD9-592F-2394-06CB-88F0FB97167A}"/>
                </a:ext>
              </a:extLst>
            </p:cNvPr>
            <p:cNvSpPr txBox="1"/>
            <p:nvPr/>
          </p:nvSpPr>
          <p:spPr>
            <a:xfrm>
              <a:off x="3782973" y="5662326"/>
              <a:ext cx="2025917" cy="3828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400" b="1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Visual overview of </a:t>
              </a:r>
              <a: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/>
              </a:r>
              <a:b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</a:br>
              <a: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Quaid-e-</a:t>
              </a:r>
              <a:r>
                <a:rPr lang="en-US" sz="1400" b="1" dirty="0" err="1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Azam’s</a:t>
              </a:r>
              <a:r>
                <a:rPr lang="en-US" sz="1400" b="1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</a:t>
              </a:r>
              <a:r>
                <a:rPr lang="en-US" sz="1400" b="1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life</a:t>
              </a:r>
              <a:endPara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678F181-F9AB-5BD9-5391-34BCFAB4FCFD}"/>
                </a:ext>
              </a:extLst>
            </p:cNvPr>
            <p:cNvSpPr txBox="1"/>
            <p:nvPr/>
          </p:nvSpPr>
          <p:spPr>
            <a:xfrm>
              <a:off x="3782971" y="5371220"/>
              <a:ext cx="2025917" cy="23675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itchFamily="2" charset="0"/>
                  <a:cs typeface="Times New Roman" panose="02020603050405020304" pitchFamily="18" charset="0"/>
                </a:rPr>
                <a:t>DOCUMENTARY</a:t>
              </a:r>
              <a:endPara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  <p:pic>
          <p:nvPicPr>
            <p:cNvPr id="1029" name="Picture 5" descr="C:\Users\amnaa\Downloads\download__5_-removebg-preview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5763" y="5517232"/>
              <a:ext cx="388604" cy="388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0" name="Picture 6" descr="C:\Users\amnaa\Downloads\download__6_-removebg-preview.png"/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82" y="3501008"/>
            <a:ext cx="934121" cy="934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85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EXCEL CHARTS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9" name="Chart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672818"/>
              </p:ext>
            </p:extLst>
          </p:nvPr>
        </p:nvGraphicFramePr>
        <p:xfrm>
          <a:off x="467545" y="1556792"/>
          <a:ext cx="8208912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404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EXCEL CHARTS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979712" y="1628800"/>
            <a:ext cx="5112568" cy="4536504"/>
            <a:chOff x="0" y="0"/>
            <a:chExt cx="4268207" cy="2618521"/>
          </a:xfrm>
        </p:grpSpPr>
        <p:graphicFrame>
          <p:nvGraphicFramePr>
            <p:cNvPr id="6" name="Chart 5"/>
            <p:cNvGraphicFramePr/>
            <p:nvPr/>
          </p:nvGraphicFramePr>
          <p:xfrm>
            <a:off x="0" y="0"/>
            <a:ext cx="4268207" cy="26185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7" name="TextBox 4"/>
            <p:cNvSpPr txBox="1"/>
            <p:nvPr/>
          </p:nvSpPr>
          <p:spPr>
            <a:xfrm>
              <a:off x="266048" y="672122"/>
              <a:ext cx="1746738" cy="1297919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i="1"/>
                <a:t>Most achievements of Quaid-e-Azam fall under Very High and High impact levels, reflecting his significant contributions to Pakistan’s creation.</a:t>
              </a:r>
            </a:p>
            <a:p>
              <a:endParaRPr lang="en-US" sz="1100" i="1"/>
            </a:p>
          </p:txBody>
        </p:sp>
      </p:grpSp>
    </p:spTree>
    <p:extLst>
      <p:ext uri="{BB962C8B-B14F-4D97-AF65-F5344CB8AC3E}">
        <p14:creationId xmlns:p14="http://schemas.microsoft.com/office/powerpoint/2010/main" val="285122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TOOLS AND TECHNOLOGIES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259632" y="2060848"/>
            <a:ext cx="1800201" cy="1728192"/>
            <a:chOff x="1259632" y="2060848"/>
            <a:chExt cx="1800201" cy="1728192"/>
          </a:xfrm>
        </p:grpSpPr>
        <p:grpSp>
          <p:nvGrpSpPr>
            <p:cNvPr id="56" name="Group 55"/>
            <p:cNvGrpSpPr/>
            <p:nvPr/>
          </p:nvGrpSpPr>
          <p:grpSpPr>
            <a:xfrm>
              <a:off x="1259632" y="2060848"/>
              <a:ext cx="1800201" cy="1728192"/>
              <a:chOff x="915691" y="2060848"/>
              <a:chExt cx="1584176" cy="1512168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915691" y="2060848"/>
                <a:ext cx="1584176" cy="1512168"/>
              </a:xfrm>
              <a:prstGeom prst="roundRect">
                <a:avLst/>
              </a:prstGeom>
              <a:gradFill flip="none" rotWithShape="1">
                <a:gsLst>
                  <a:gs pos="0">
                    <a:srgbClr val="640B06">
                      <a:shade val="30000"/>
                      <a:satMod val="115000"/>
                    </a:srgbClr>
                  </a:gs>
                  <a:gs pos="50000">
                    <a:srgbClr val="640B06">
                      <a:shade val="67500"/>
                      <a:satMod val="115000"/>
                    </a:srgbClr>
                  </a:gs>
                  <a:gs pos="100000">
                    <a:srgbClr val="640B06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167719" y="2922330"/>
                <a:ext cx="1080120" cy="40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HTML</a:t>
                </a:r>
                <a:endParaRPr lang="en-US" sz="24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1059747" y="3221153"/>
                <a:ext cx="1296064" cy="2962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Structure</a:t>
                </a:r>
                <a:endParaRPr lang="en-US" sz="16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</p:grpSp>
        <p:pic>
          <p:nvPicPr>
            <p:cNvPr id="1026" name="Picture 2" descr="C:\Users\amnaa\Downloads\html-5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9691" y="2327988"/>
              <a:ext cx="720080" cy="701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4896036" y="4149080"/>
            <a:ext cx="1814661" cy="1728000"/>
            <a:chOff x="4896036" y="4149080"/>
            <a:chExt cx="1814661" cy="1728000"/>
          </a:xfrm>
        </p:grpSpPr>
        <p:grpSp>
          <p:nvGrpSpPr>
            <p:cNvPr id="66" name="Group 65"/>
            <p:cNvGrpSpPr/>
            <p:nvPr/>
          </p:nvGrpSpPr>
          <p:grpSpPr>
            <a:xfrm>
              <a:off x="4896036" y="4149080"/>
              <a:ext cx="1814661" cy="1728000"/>
              <a:chOff x="807679" y="2060848"/>
              <a:chExt cx="1814661" cy="1512168"/>
            </a:xfrm>
          </p:grpSpPr>
          <p:sp>
            <p:nvSpPr>
              <p:cNvPr id="67" name="Rounded Rectangle 66"/>
              <p:cNvSpPr/>
              <p:nvPr/>
            </p:nvSpPr>
            <p:spPr>
              <a:xfrm>
                <a:off x="915691" y="2060848"/>
                <a:ext cx="1584176" cy="1512168"/>
              </a:xfrm>
              <a:prstGeom prst="roundRect">
                <a:avLst/>
              </a:prstGeom>
              <a:gradFill flip="none" rotWithShape="1">
                <a:gsLst>
                  <a:gs pos="0">
                    <a:srgbClr val="640B06">
                      <a:shade val="30000"/>
                      <a:satMod val="115000"/>
                    </a:srgbClr>
                  </a:gs>
                  <a:gs pos="50000">
                    <a:srgbClr val="640B06">
                      <a:shade val="67500"/>
                      <a:satMod val="115000"/>
                    </a:srgbClr>
                  </a:gs>
                  <a:gs pos="100000">
                    <a:srgbClr val="640B06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807679" y="2954331"/>
                <a:ext cx="1800200" cy="377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GIT PAGES</a:t>
                </a:r>
                <a:endParaRPr lang="en-US" sz="22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822140" y="3236008"/>
                <a:ext cx="1800200" cy="29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Deployment</a:t>
                </a:r>
                <a:endParaRPr lang="en-US" sz="16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</p:grpSp>
        <p:pic>
          <p:nvPicPr>
            <p:cNvPr id="1029" name="Picture 5" descr="C:\Users\amnaa\Downloads\favorite.png"/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2080" y="4293096"/>
              <a:ext cx="1008112" cy="100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815916" y="2070289"/>
            <a:ext cx="1800000" cy="1728000"/>
            <a:chOff x="3815916" y="2070289"/>
            <a:chExt cx="1800000" cy="1728000"/>
          </a:xfrm>
        </p:grpSpPr>
        <p:grpSp>
          <p:nvGrpSpPr>
            <p:cNvPr id="57" name="Group 56"/>
            <p:cNvGrpSpPr/>
            <p:nvPr/>
          </p:nvGrpSpPr>
          <p:grpSpPr>
            <a:xfrm>
              <a:off x="3815916" y="2070289"/>
              <a:ext cx="1800000" cy="1728000"/>
              <a:chOff x="899592" y="2060848"/>
              <a:chExt cx="1584176" cy="1512168"/>
            </a:xfrm>
          </p:grpSpPr>
          <p:sp>
            <p:nvSpPr>
              <p:cNvPr id="58" name="Rounded Rectangle 57"/>
              <p:cNvSpPr/>
              <p:nvPr/>
            </p:nvSpPr>
            <p:spPr>
              <a:xfrm>
                <a:off x="899592" y="2060848"/>
                <a:ext cx="1584176" cy="1512168"/>
              </a:xfrm>
              <a:prstGeom prst="roundRect">
                <a:avLst/>
              </a:prstGeom>
              <a:gradFill flip="none" rotWithShape="1">
                <a:gsLst>
                  <a:gs pos="0">
                    <a:srgbClr val="640B06">
                      <a:shade val="30000"/>
                      <a:satMod val="115000"/>
                    </a:srgbClr>
                  </a:gs>
                  <a:gs pos="50000">
                    <a:srgbClr val="640B06">
                      <a:shade val="67500"/>
                      <a:satMod val="115000"/>
                    </a:srgbClr>
                  </a:gs>
                  <a:gs pos="100000">
                    <a:srgbClr val="640B06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51619" y="2925063"/>
                <a:ext cx="1080120" cy="40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CSS</a:t>
                </a:r>
                <a:endParaRPr lang="en-US" sz="24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1154632" y="3206562"/>
                <a:ext cx="1080120" cy="29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Styling</a:t>
                </a:r>
                <a:endParaRPr lang="en-US" sz="16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</p:grpSp>
        <p:pic>
          <p:nvPicPr>
            <p:cNvPr id="1032" name="Picture 8" descr="C:\Users\amnaa\Downloads\download__2_-removebg-preview.png"/>
            <p:cNvPicPr>
              <a:picLocks noChangeAspect="1" noChangeArrowheads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431" y="2348617"/>
              <a:ext cx="654232" cy="753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6300192" y="2090465"/>
            <a:ext cx="1800000" cy="1728000"/>
            <a:chOff x="6300192" y="2090465"/>
            <a:chExt cx="1800000" cy="1728000"/>
          </a:xfrm>
        </p:grpSpPr>
        <p:grpSp>
          <p:nvGrpSpPr>
            <p:cNvPr id="60" name="Group 59"/>
            <p:cNvGrpSpPr/>
            <p:nvPr/>
          </p:nvGrpSpPr>
          <p:grpSpPr>
            <a:xfrm>
              <a:off x="6300192" y="2090465"/>
              <a:ext cx="1800000" cy="1728000"/>
              <a:chOff x="899592" y="2060848"/>
              <a:chExt cx="1800000" cy="1512168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899592" y="2060848"/>
                <a:ext cx="1800000" cy="1512168"/>
              </a:xfrm>
              <a:prstGeom prst="roundRect">
                <a:avLst/>
              </a:prstGeom>
              <a:gradFill flip="none" rotWithShape="1">
                <a:gsLst>
                  <a:gs pos="0">
                    <a:srgbClr val="640B06">
                      <a:shade val="30000"/>
                      <a:satMod val="115000"/>
                    </a:srgbClr>
                  </a:gs>
                  <a:gs pos="50000">
                    <a:srgbClr val="640B06">
                      <a:shade val="67500"/>
                      <a:satMod val="115000"/>
                    </a:srgbClr>
                  </a:gs>
                  <a:gs pos="100000">
                    <a:srgbClr val="640B06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151519" y="2917126"/>
                <a:ext cx="1296144" cy="40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 EXCEL</a:t>
                </a:r>
                <a:endParaRPr lang="en-US" sz="24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949356" y="3220939"/>
                <a:ext cx="1700471" cy="29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Data Analysis</a:t>
                </a:r>
                <a:endParaRPr lang="en-US" sz="16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</p:grpSp>
        <p:pic>
          <p:nvPicPr>
            <p:cNvPr id="1036" name="Picture 12" descr="C:\Users\amnaa\Downloads\excel (1).png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4312" y="2356375"/>
              <a:ext cx="731759" cy="7317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2411760" y="4149080"/>
            <a:ext cx="1800000" cy="1728000"/>
            <a:chOff x="2411760" y="4149080"/>
            <a:chExt cx="1800000" cy="1728000"/>
          </a:xfrm>
        </p:grpSpPr>
        <p:grpSp>
          <p:nvGrpSpPr>
            <p:cNvPr id="63" name="Group 62"/>
            <p:cNvGrpSpPr/>
            <p:nvPr/>
          </p:nvGrpSpPr>
          <p:grpSpPr>
            <a:xfrm>
              <a:off x="2411760" y="4149080"/>
              <a:ext cx="1800000" cy="1728000"/>
              <a:chOff x="915691" y="2060848"/>
              <a:chExt cx="1800000" cy="1512168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915691" y="2060848"/>
                <a:ext cx="1800000" cy="1512168"/>
              </a:xfrm>
              <a:prstGeom prst="roundRect">
                <a:avLst/>
              </a:prstGeom>
              <a:gradFill flip="none" rotWithShape="1">
                <a:gsLst>
                  <a:gs pos="0">
                    <a:srgbClr val="640B06">
                      <a:shade val="30000"/>
                      <a:satMod val="115000"/>
                    </a:srgbClr>
                  </a:gs>
                  <a:gs pos="50000">
                    <a:srgbClr val="640B06">
                      <a:shade val="67500"/>
                      <a:satMod val="115000"/>
                    </a:srgbClr>
                  </a:gs>
                  <a:gs pos="100000">
                    <a:srgbClr val="640B06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1022035" y="2922477"/>
                <a:ext cx="1584175" cy="40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GIT HUB</a:t>
                </a:r>
                <a:endParaRPr lang="en-US" sz="24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1025458" y="3203975"/>
                <a:ext cx="1584175" cy="296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EB Garamond" pitchFamily="2" charset="0"/>
                    <a:ea typeface="EB Garamond" pitchFamily="2" charset="0"/>
                    <a:cs typeface="EB Garamond" pitchFamily="2" charset="0"/>
                  </a:rPr>
                  <a:t>Version Control</a:t>
                </a:r>
                <a:endParaRPr lang="en-US" sz="1600" dirty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endParaRPr>
              </a:p>
            </p:txBody>
          </p:sp>
        </p:grpSp>
        <p:pic>
          <p:nvPicPr>
            <p:cNvPr id="1037" name="Picture 13" descr="C:\Users\amnaa\Downloads\download__3_-removebg-preview.png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6965" y="4344004"/>
              <a:ext cx="886451" cy="886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902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SCREENSHOTS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1052736"/>
            <a:ext cx="7086829" cy="39863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429000"/>
            <a:ext cx="7086829" cy="398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9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552" y="954827"/>
            <a:ext cx="7086827" cy="398634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757" y="3284984"/>
            <a:ext cx="7086827" cy="398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ACCESS THE PROJECT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331640" y="1772816"/>
            <a:ext cx="6544344" cy="1872208"/>
            <a:chOff x="1331640" y="1772816"/>
            <a:chExt cx="6544344" cy="1872208"/>
          </a:xfrm>
        </p:grpSpPr>
        <p:sp>
          <p:nvSpPr>
            <p:cNvPr id="5" name="Rounded Rectangle 4"/>
            <p:cNvSpPr/>
            <p:nvPr/>
          </p:nvSpPr>
          <p:spPr>
            <a:xfrm>
              <a:off x="1331640" y="1772816"/>
              <a:ext cx="6336704" cy="1872208"/>
            </a:xfrm>
            <a:prstGeom prst="roundRect">
              <a:avLst/>
            </a:prstGeom>
            <a:solidFill>
              <a:srgbClr val="EEE6CF"/>
            </a:solidFill>
            <a:ln>
              <a:solidFill>
                <a:srgbClr val="640B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619672" y="2060848"/>
              <a:ext cx="1296144" cy="1296144"/>
            </a:xfrm>
            <a:prstGeom prst="ellipse">
              <a:avLst/>
            </a:prstGeom>
            <a:solidFill>
              <a:srgbClr val="633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59832" y="2090812"/>
              <a:ext cx="35283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rgbClr val="640B06"/>
                  </a:solidFill>
                  <a:latin typeface="Playfair Display" pitchFamily="2" charset="0"/>
                  <a:cs typeface="Times New Roman" panose="02020603050405020304" pitchFamily="18" charset="0"/>
                </a:rPr>
                <a:t>LIVE WEBISTE</a:t>
              </a:r>
              <a:endParaRPr lang="en-US" sz="2800" b="1" dirty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59832" y="2542024"/>
              <a:ext cx="4816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Visit the tribute website hosted on GitHub Pages</a:t>
              </a:r>
              <a:endParaRPr lang="en-US" sz="1600" b="1" dirty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pic>
          <p:nvPicPr>
            <p:cNvPr id="1026" name="Picture 2" descr="C:\Users\amnaa\Downloads\3037366.png"/>
            <p:cNvPicPr>
              <a:picLocks noChangeAspect="1" noChangeArrowheads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4292" y="2235469"/>
              <a:ext cx="946901" cy="946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/>
          <p:cNvGrpSpPr/>
          <p:nvPr/>
        </p:nvGrpSpPr>
        <p:grpSpPr>
          <a:xfrm>
            <a:off x="3131840" y="2880578"/>
            <a:ext cx="2448272" cy="476414"/>
            <a:chOff x="3131840" y="2880578"/>
            <a:chExt cx="2448272" cy="476414"/>
          </a:xfrm>
        </p:grpSpPr>
        <p:sp>
          <p:nvSpPr>
            <p:cNvPr id="12" name="Rounded Rectangle 11"/>
            <p:cNvSpPr/>
            <p:nvPr/>
          </p:nvSpPr>
          <p:spPr>
            <a:xfrm>
              <a:off x="3131840" y="2880578"/>
              <a:ext cx="2448272" cy="476414"/>
            </a:xfrm>
            <a:prstGeom prst="roundRect">
              <a:avLst/>
            </a:prstGeom>
            <a:solidFill>
              <a:srgbClr val="633B29"/>
            </a:solid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3848" y="2902064"/>
              <a:ext cx="19442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Visit Live Site</a:t>
              </a:r>
              <a:endParaRPr lang="en-US" sz="2000" b="1" dirty="0">
                <a:solidFill>
                  <a:schemeClr val="bg1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pic>
          <p:nvPicPr>
            <p:cNvPr id="1027" name="Picture 3" descr="C:\Users\amnaa\Downloads\images__3_-removebg-preview.png"/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3160" y="2964056"/>
              <a:ext cx="320928" cy="320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331640" y="3910176"/>
            <a:ext cx="6544344" cy="1872208"/>
            <a:chOff x="1331640" y="3910176"/>
            <a:chExt cx="6544344" cy="1872208"/>
          </a:xfrm>
        </p:grpSpPr>
        <p:sp>
          <p:nvSpPr>
            <p:cNvPr id="26" name="Rounded Rectangle 25"/>
            <p:cNvSpPr/>
            <p:nvPr/>
          </p:nvSpPr>
          <p:spPr>
            <a:xfrm>
              <a:off x="1331640" y="3910176"/>
              <a:ext cx="6336704" cy="1872208"/>
            </a:xfrm>
            <a:prstGeom prst="roundRect">
              <a:avLst/>
            </a:prstGeom>
            <a:solidFill>
              <a:srgbClr val="EEE6CF"/>
            </a:solidFill>
            <a:ln>
              <a:solidFill>
                <a:srgbClr val="640B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619672" y="4198208"/>
              <a:ext cx="1296144" cy="1296144"/>
            </a:xfrm>
            <a:prstGeom prst="ellipse">
              <a:avLst/>
            </a:prstGeom>
            <a:solidFill>
              <a:srgbClr val="633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059832" y="4228172"/>
              <a:ext cx="35283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rgbClr val="640B06"/>
                  </a:solidFill>
                  <a:latin typeface="Playfair Display" pitchFamily="2" charset="0"/>
                  <a:cs typeface="Times New Roman" panose="02020603050405020304" pitchFamily="18" charset="0"/>
                </a:rPr>
                <a:t>SOURCE CODE</a:t>
              </a:r>
              <a:endParaRPr lang="en-US" sz="2800" b="1" dirty="0">
                <a:solidFill>
                  <a:srgbClr val="640B06"/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59832" y="4679384"/>
              <a:ext cx="48161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>
                  <a:solidFill>
                    <a:srgbClr val="640B06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Explore the complete project repository on GitHub</a:t>
              </a:r>
              <a:endParaRPr lang="en-US" sz="1600" b="1" dirty="0">
                <a:solidFill>
                  <a:srgbClr val="640B06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pic>
          <p:nvPicPr>
            <p:cNvPr id="34" name="Picture 13" descr="C:\Users\amnaa\Downloads\download__3_-removebg-preview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8349" y="4346885"/>
              <a:ext cx="998790" cy="998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3131840" y="5017938"/>
            <a:ext cx="2448272" cy="476414"/>
            <a:chOff x="3131840" y="5017938"/>
            <a:chExt cx="2448272" cy="476414"/>
          </a:xfrm>
        </p:grpSpPr>
        <p:sp>
          <p:nvSpPr>
            <p:cNvPr id="30" name="Rounded Rectangle 29"/>
            <p:cNvSpPr/>
            <p:nvPr/>
          </p:nvSpPr>
          <p:spPr>
            <a:xfrm>
              <a:off x="3131840" y="5017938"/>
              <a:ext cx="2448272" cy="476414"/>
            </a:xfrm>
            <a:prstGeom prst="roundRect">
              <a:avLst/>
            </a:prstGeom>
            <a:solidFill>
              <a:srgbClr val="633B29"/>
            </a:solidFill>
            <a:ln>
              <a:solidFill>
                <a:srgbClr val="633B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03848" y="5039424"/>
              <a:ext cx="19442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bg1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Visit Repository</a:t>
              </a:r>
              <a:endParaRPr lang="en-US" sz="2000" b="1" dirty="0">
                <a:solidFill>
                  <a:schemeClr val="bg1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pic>
          <p:nvPicPr>
            <p:cNvPr id="33" name="Picture 3" descr="C:\Users\amnaa\Downloads\images__3_-removebg-preview.png"/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5168" y="5085184"/>
              <a:ext cx="320928" cy="320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099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9040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DESIGN DECISION</a:t>
            </a:r>
            <a:endParaRPr lang="en-US" b="1" dirty="0">
              <a:solidFill>
                <a:srgbClr val="79040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67544" y="1614534"/>
            <a:ext cx="4008412" cy="2102498"/>
            <a:chOff x="467544" y="1614534"/>
            <a:chExt cx="4008412" cy="2102498"/>
          </a:xfrm>
        </p:grpSpPr>
        <p:sp>
          <p:nvSpPr>
            <p:cNvPr id="12" name="Rounded Rectangle 11"/>
            <p:cNvSpPr/>
            <p:nvPr/>
          </p:nvSpPr>
          <p:spPr>
            <a:xfrm>
              <a:off x="467544" y="1614534"/>
              <a:ext cx="4008412" cy="2102498"/>
            </a:xfrm>
            <a:prstGeom prst="roundRect">
              <a:avLst/>
            </a:prstGeom>
            <a:solidFill>
              <a:srgbClr val="EEE6CF"/>
            </a:solidFill>
            <a:ln>
              <a:solidFill>
                <a:srgbClr val="69402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90404"/>
                  </a:solidFill>
                </a:ln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91680" y="1628800"/>
              <a:ext cx="14401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 smtClean="0">
                  <a:solidFill>
                    <a:srgbClr val="694023"/>
                  </a:solidFill>
                  <a:latin typeface="Playfair Display" pitchFamily="2" charset="0"/>
                  <a:cs typeface="Times New Roman" panose="02020603050405020304" pitchFamily="18" charset="0"/>
                </a:rPr>
                <a:t>COLOR</a:t>
              </a:r>
              <a:endParaRPr lang="en-US" sz="2600" b="1" dirty="0">
                <a:solidFill>
                  <a:srgbClr val="694023"/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03698" y="2204864"/>
            <a:ext cx="936104" cy="1449452"/>
            <a:chOff x="827584" y="1916832"/>
            <a:chExt cx="936104" cy="1449452"/>
          </a:xfrm>
        </p:grpSpPr>
        <p:sp>
          <p:nvSpPr>
            <p:cNvPr id="6" name="Oval 5"/>
            <p:cNvSpPr/>
            <p:nvPr/>
          </p:nvSpPr>
          <p:spPr>
            <a:xfrm>
              <a:off x="827584" y="1916832"/>
              <a:ext cx="936104" cy="936104"/>
            </a:xfrm>
            <a:prstGeom prst="ellipse">
              <a:avLst/>
            </a:prstGeom>
            <a:solidFill>
              <a:srgbClr val="EEE6CF"/>
            </a:solidFill>
            <a:ln>
              <a:solidFill>
                <a:srgbClr val="79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7584" y="2996952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#eee6cf</a:t>
              </a:r>
              <a:endParaRPr lang="en-US" dirty="0"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59954" y="2204864"/>
            <a:ext cx="1143744" cy="1449452"/>
            <a:chOff x="1979712" y="1916832"/>
            <a:chExt cx="1143744" cy="1449452"/>
          </a:xfrm>
        </p:grpSpPr>
        <p:sp>
          <p:nvSpPr>
            <p:cNvPr id="66" name="Oval 65"/>
            <p:cNvSpPr/>
            <p:nvPr/>
          </p:nvSpPr>
          <p:spPr>
            <a:xfrm>
              <a:off x="1979712" y="1916832"/>
              <a:ext cx="936104" cy="936104"/>
            </a:xfrm>
            <a:prstGeom prst="ellipse">
              <a:avLst/>
            </a:prstGeom>
            <a:solidFill>
              <a:srgbClr val="640B06"/>
            </a:solidFill>
            <a:ln>
              <a:solidFill>
                <a:srgbClr val="640B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979712" y="2996952"/>
              <a:ext cx="114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#640b06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31840" y="2251388"/>
            <a:ext cx="1143744" cy="1393636"/>
            <a:chOff x="3131840" y="1963356"/>
            <a:chExt cx="1143744" cy="1393636"/>
          </a:xfrm>
        </p:grpSpPr>
        <p:sp>
          <p:nvSpPr>
            <p:cNvPr id="67" name="Oval 66"/>
            <p:cNvSpPr/>
            <p:nvPr/>
          </p:nvSpPr>
          <p:spPr>
            <a:xfrm>
              <a:off x="3131840" y="1963356"/>
              <a:ext cx="936104" cy="936104"/>
            </a:xfrm>
            <a:prstGeom prst="ellipse">
              <a:avLst/>
            </a:prstGeom>
            <a:solidFill>
              <a:srgbClr val="694023"/>
            </a:solidFill>
            <a:ln>
              <a:solidFill>
                <a:srgbClr val="6940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131840" y="2987660"/>
              <a:ext cx="114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#640b06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655777" y="4005064"/>
            <a:ext cx="4008412" cy="2102498"/>
            <a:chOff x="619944" y="1766934"/>
            <a:chExt cx="4008412" cy="2102498"/>
          </a:xfrm>
          <a:solidFill>
            <a:srgbClr val="EEE6CF"/>
          </a:solidFill>
        </p:grpSpPr>
        <p:sp>
          <p:nvSpPr>
            <p:cNvPr id="71" name="Rounded Rectangle 70"/>
            <p:cNvSpPr/>
            <p:nvPr/>
          </p:nvSpPr>
          <p:spPr>
            <a:xfrm>
              <a:off x="619944" y="1766934"/>
              <a:ext cx="4008412" cy="2102498"/>
            </a:xfrm>
            <a:prstGeom prst="roundRect">
              <a:avLst/>
            </a:prstGeom>
            <a:grpFill/>
            <a:ln>
              <a:solidFill>
                <a:srgbClr val="69402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790404"/>
                  </a:solidFill>
                </a:ln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268016" y="1805059"/>
              <a:ext cx="2664296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 smtClean="0">
                  <a:solidFill>
                    <a:srgbClr val="694023"/>
                  </a:solidFill>
                  <a:latin typeface="Playfair Display" pitchFamily="2" charset="0"/>
                  <a:cs typeface="Times New Roman" panose="02020603050405020304" pitchFamily="18" charset="0"/>
                </a:rPr>
                <a:t>TYPOGRAPHY</a:t>
              </a:r>
              <a:endParaRPr lang="en-US" sz="2600" b="1" dirty="0">
                <a:solidFill>
                  <a:srgbClr val="694023"/>
                </a:solidFill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220072" y="4509120"/>
            <a:ext cx="2952328" cy="612675"/>
            <a:chOff x="5220072" y="2096245"/>
            <a:chExt cx="2952328" cy="612675"/>
          </a:xfrm>
        </p:grpSpPr>
        <p:sp>
          <p:nvSpPr>
            <p:cNvPr id="14" name="Rounded Rectangle 13"/>
            <p:cNvSpPr/>
            <p:nvPr/>
          </p:nvSpPr>
          <p:spPr>
            <a:xfrm>
              <a:off x="5220072" y="2132856"/>
              <a:ext cx="2952328" cy="576064"/>
            </a:xfrm>
            <a:prstGeom prst="roundRect">
              <a:avLst/>
            </a:prstGeom>
            <a:noFill/>
            <a:ln>
              <a:solidFill>
                <a:srgbClr val="6940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43115" y="2096245"/>
              <a:ext cx="24482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 err="1" smtClean="0">
                  <a:solidFill>
                    <a:srgbClr val="640B0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layfair Display" pitchFamily="2" charset="0"/>
                  <a:cs typeface="Times New Roman" panose="02020603050405020304" pitchFamily="18" charset="0"/>
                </a:rPr>
                <a:t>Fairplay</a:t>
              </a:r>
              <a:r>
                <a:rPr lang="en-US" sz="2200" dirty="0" smtClean="0">
                  <a:solidFill>
                    <a:srgbClr val="640B0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layfair Display" pitchFamily="2" charset="0"/>
                  <a:cs typeface="Times New Roman" panose="02020603050405020304" pitchFamily="18" charset="0"/>
                </a:rPr>
                <a:t> Display </a:t>
              </a:r>
              <a:endParaRPr lang="en-US" sz="2200" dirty="0">
                <a:solidFill>
                  <a:srgbClr val="640B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588496" y="2401143"/>
              <a:ext cx="2448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694023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For Headings</a:t>
              </a:r>
              <a:endParaRPr lang="en-US" sz="1400" dirty="0">
                <a:solidFill>
                  <a:srgbClr val="694023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5212804" y="5193803"/>
            <a:ext cx="2952328" cy="612675"/>
            <a:chOff x="5220072" y="2096245"/>
            <a:chExt cx="2952328" cy="612675"/>
          </a:xfrm>
        </p:grpSpPr>
        <p:sp>
          <p:nvSpPr>
            <p:cNvPr id="90" name="Rounded Rectangle 89"/>
            <p:cNvSpPr/>
            <p:nvPr/>
          </p:nvSpPr>
          <p:spPr>
            <a:xfrm>
              <a:off x="5220072" y="2132856"/>
              <a:ext cx="2952328" cy="576064"/>
            </a:xfrm>
            <a:prstGeom prst="roundRect">
              <a:avLst/>
            </a:prstGeom>
            <a:noFill/>
            <a:ln>
              <a:solidFill>
                <a:srgbClr val="6940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443115" y="2096245"/>
              <a:ext cx="24482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 err="1" smtClean="0">
                  <a:solidFill>
                    <a:srgbClr val="640B0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Eb</a:t>
              </a:r>
              <a:r>
                <a:rPr lang="en-US" sz="2200" dirty="0" smtClean="0">
                  <a:solidFill>
                    <a:srgbClr val="640B0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 Garamond </a:t>
              </a:r>
              <a:endParaRPr lang="en-US" sz="2200" dirty="0">
                <a:solidFill>
                  <a:srgbClr val="640B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588496" y="2401143"/>
              <a:ext cx="24482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694023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For Text</a:t>
              </a:r>
              <a:endParaRPr lang="en-US" sz="1400" dirty="0">
                <a:solidFill>
                  <a:srgbClr val="694023"/>
                </a:solidFill>
                <a:latin typeface="EB Garamond" pitchFamily="2" charset="0"/>
                <a:ea typeface="EB Garamond" pitchFamily="2" charset="0"/>
                <a:cs typeface="EB Garamon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65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640B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REFLECTION &amp; LEARNING</a:t>
            </a:r>
            <a:endParaRPr lang="en-US" b="1" dirty="0">
              <a:solidFill>
                <a:srgbClr val="640B0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6261" y="2143196"/>
            <a:ext cx="4205551" cy="637732"/>
            <a:chOff x="366261" y="2143196"/>
            <a:chExt cx="4205551" cy="637732"/>
          </a:xfrm>
        </p:grpSpPr>
        <p:sp>
          <p:nvSpPr>
            <p:cNvPr id="28" name="Google Shape;1057;p40"/>
            <p:cNvSpPr/>
            <p:nvPr/>
          </p:nvSpPr>
          <p:spPr>
            <a:xfrm>
              <a:off x="366261" y="2143196"/>
              <a:ext cx="694215" cy="610881"/>
            </a:xfrm>
            <a:custGeom>
              <a:avLst/>
              <a:gdLst/>
              <a:ahLst/>
              <a:cxnLst/>
              <a:rect l="l" t="t" r="r" b="b"/>
              <a:pathLst>
                <a:path w="10707" h="10705" extrusionOk="0">
                  <a:moveTo>
                    <a:pt x="0" y="0"/>
                  </a:moveTo>
                  <a:lnTo>
                    <a:pt x="0" y="10705"/>
                  </a:lnTo>
                  <a:lnTo>
                    <a:pt x="10707" y="10705"/>
                  </a:lnTo>
                  <a:lnTo>
                    <a:pt x="10707" y="0"/>
                  </a:lnTo>
                  <a:close/>
                </a:path>
              </a:pathLst>
            </a:custGeom>
            <a:solidFill>
              <a:srgbClr val="640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rgbClr val="FFFFFF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Fira Sans Extra Condensed SemiBold"/>
                </a:rPr>
                <a:t>1</a:t>
              </a:r>
              <a:endParaRPr sz="3600" dirty="0">
                <a:solidFill>
                  <a:srgbClr val="FFFFFF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Fira Sans Extra Condensed SemiBold"/>
              </a:endParaRPr>
            </a:p>
          </p:txBody>
        </p:sp>
        <p:sp>
          <p:nvSpPr>
            <p:cNvPr id="31" name="Google Shape;1060;p40"/>
            <p:cNvSpPr/>
            <p:nvPr/>
          </p:nvSpPr>
          <p:spPr>
            <a:xfrm>
              <a:off x="1021612" y="2143196"/>
              <a:ext cx="3550200" cy="6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8;p40"/>
            <p:cNvSpPr txBox="1"/>
            <p:nvPr/>
          </p:nvSpPr>
          <p:spPr>
            <a:xfrm>
              <a:off x="1141244" y="2205228"/>
              <a:ext cx="3327722" cy="5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spcAft>
                  <a:spcPts val="1600"/>
                </a:spcAft>
              </a:pPr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Structuring content using HTML</a:t>
              </a:r>
              <a:endParaRPr dirty="0">
                <a:solidFill>
                  <a:schemeClr val="dk1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Roboto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975825" y="3613281"/>
            <a:ext cx="4477116" cy="685524"/>
            <a:chOff x="1975825" y="3613281"/>
            <a:chExt cx="4477116" cy="685524"/>
          </a:xfrm>
        </p:grpSpPr>
        <p:sp>
          <p:nvSpPr>
            <p:cNvPr id="27" name="Google Shape;1056;p40"/>
            <p:cNvSpPr/>
            <p:nvPr/>
          </p:nvSpPr>
          <p:spPr>
            <a:xfrm>
              <a:off x="1975825" y="3613281"/>
              <a:ext cx="694150" cy="611052"/>
            </a:xfrm>
            <a:custGeom>
              <a:avLst/>
              <a:gdLst/>
              <a:ahLst/>
              <a:cxnLst/>
              <a:rect l="l" t="t" r="r" b="b"/>
              <a:pathLst>
                <a:path w="10706" h="10708" extrusionOk="0">
                  <a:moveTo>
                    <a:pt x="1" y="1"/>
                  </a:moveTo>
                  <a:lnTo>
                    <a:pt x="1" y="10707"/>
                  </a:lnTo>
                  <a:lnTo>
                    <a:pt x="10705" y="10707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640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rgbClr val="FFFFFF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Fira Sans Extra Condensed SemiBold"/>
                </a:rPr>
                <a:t>3</a:t>
              </a:r>
              <a:endParaRPr sz="3600" dirty="0">
                <a:solidFill>
                  <a:srgbClr val="FFFFFF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Fira Sans Extra Condensed SemiBold"/>
              </a:endParaRPr>
            </a:p>
          </p:txBody>
        </p:sp>
        <p:sp>
          <p:nvSpPr>
            <p:cNvPr id="33" name="Google Shape;1062;p40"/>
            <p:cNvSpPr/>
            <p:nvPr/>
          </p:nvSpPr>
          <p:spPr>
            <a:xfrm>
              <a:off x="2669981" y="3613303"/>
              <a:ext cx="3550200" cy="6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70;p40"/>
            <p:cNvSpPr txBox="1"/>
            <p:nvPr/>
          </p:nvSpPr>
          <p:spPr>
            <a:xfrm>
              <a:off x="2791385" y="3723105"/>
              <a:ext cx="3661556" cy="5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Using consistent color themes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982876" y="4353594"/>
            <a:ext cx="5045508" cy="656218"/>
            <a:chOff x="2982876" y="4353594"/>
            <a:chExt cx="5045508" cy="656218"/>
          </a:xfrm>
        </p:grpSpPr>
        <p:sp>
          <p:nvSpPr>
            <p:cNvPr id="30" name="Google Shape;1059;p40"/>
            <p:cNvSpPr/>
            <p:nvPr/>
          </p:nvSpPr>
          <p:spPr>
            <a:xfrm>
              <a:off x="2982876" y="4353618"/>
              <a:ext cx="694150" cy="610938"/>
            </a:xfrm>
            <a:custGeom>
              <a:avLst/>
              <a:gdLst/>
              <a:ahLst/>
              <a:cxnLst/>
              <a:rect l="l" t="t" r="r" b="b"/>
              <a:pathLst>
                <a:path w="10706" h="10706" extrusionOk="0">
                  <a:moveTo>
                    <a:pt x="1" y="1"/>
                  </a:moveTo>
                  <a:lnTo>
                    <a:pt x="1" y="10705"/>
                  </a:lnTo>
                  <a:lnTo>
                    <a:pt x="10705" y="10705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640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rgbClr val="FFFFFF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Fira Sans Extra Condensed SemiBold"/>
                </a:rPr>
                <a:t>4</a:t>
              </a:r>
              <a:endParaRPr sz="3600" dirty="0">
                <a:solidFill>
                  <a:srgbClr val="FFFFFF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Fira Sans Extra Condensed SemiBold"/>
              </a:endParaRPr>
            </a:p>
          </p:txBody>
        </p:sp>
        <p:sp>
          <p:nvSpPr>
            <p:cNvPr id="34" name="Google Shape;1063;p40"/>
            <p:cNvSpPr/>
            <p:nvPr/>
          </p:nvSpPr>
          <p:spPr>
            <a:xfrm>
              <a:off x="3668853" y="4353594"/>
              <a:ext cx="3693900" cy="6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71;p40"/>
            <p:cNvSpPr txBox="1"/>
            <p:nvPr/>
          </p:nvSpPr>
          <p:spPr>
            <a:xfrm>
              <a:off x="3766400" y="4437112"/>
              <a:ext cx="4261984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Aft>
                  <a:spcPts val="1600"/>
                </a:spcAft>
              </a:pPr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Presenting projects professionally</a:t>
              </a: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dirty="0">
                <a:latin typeface="EB Garamond" pitchFamily="2" charset="0"/>
                <a:ea typeface="EB Garamond" pitchFamily="2" charset="0"/>
                <a:cs typeface="EB Garamond" pitchFamily="2" charset="0"/>
                <a:sym typeface="Roboto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20014" y="5032874"/>
            <a:ext cx="4379877" cy="667509"/>
            <a:chOff x="3920014" y="5032874"/>
            <a:chExt cx="4379877" cy="667509"/>
          </a:xfrm>
        </p:grpSpPr>
        <p:sp>
          <p:nvSpPr>
            <p:cNvPr id="47" name="Google Shape;1076;p40"/>
            <p:cNvSpPr/>
            <p:nvPr/>
          </p:nvSpPr>
          <p:spPr>
            <a:xfrm>
              <a:off x="3920014" y="5089445"/>
              <a:ext cx="694150" cy="610938"/>
            </a:xfrm>
            <a:custGeom>
              <a:avLst/>
              <a:gdLst/>
              <a:ahLst/>
              <a:cxnLst/>
              <a:rect l="l" t="t" r="r" b="b"/>
              <a:pathLst>
                <a:path w="10706" h="10706" extrusionOk="0">
                  <a:moveTo>
                    <a:pt x="1" y="1"/>
                  </a:moveTo>
                  <a:lnTo>
                    <a:pt x="1" y="10705"/>
                  </a:lnTo>
                  <a:lnTo>
                    <a:pt x="10705" y="10705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640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rgbClr val="FFFFFF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Fira Sans Extra Condensed SemiBold"/>
                </a:rPr>
                <a:t>5</a:t>
              </a:r>
              <a:endParaRPr sz="3600" dirty="0">
                <a:solidFill>
                  <a:srgbClr val="FFFFFF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Fira Sans Extra Condensed SemiBold"/>
              </a:endParaRPr>
            </a:p>
          </p:txBody>
        </p:sp>
        <p:sp>
          <p:nvSpPr>
            <p:cNvPr id="48" name="Google Shape;1077;p40"/>
            <p:cNvSpPr/>
            <p:nvPr/>
          </p:nvSpPr>
          <p:spPr>
            <a:xfrm>
              <a:off x="4605991" y="5089421"/>
              <a:ext cx="3693900" cy="6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79;p40"/>
            <p:cNvSpPr txBox="1"/>
            <p:nvPr/>
          </p:nvSpPr>
          <p:spPr>
            <a:xfrm>
              <a:off x="4725549" y="5032874"/>
              <a:ext cx="3574342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Understanding real-world project workflow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174004" y="2873002"/>
            <a:ext cx="4244280" cy="627825"/>
            <a:chOff x="1174004" y="2873002"/>
            <a:chExt cx="4244280" cy="627825"/>
          </a:xfrm>
        </p:grpSpPr>
        <p:sp>
          <p:nvSpPr>
            <p:cNvPr id="29" name="Google Shape;1058;p40"/>
            <p:cNvSpPr/>
            <p:nvPr/>
          </p:nvSpPr>
          <p:spPr>
            <a:xfrm>
              <a:off x="1174004" y="2873058"/>
              <a:ext cx="694085" cy="610881"/>
            </a:xfrm>
            <a:custGeom>
              <a:avLst/>
              <a:gdLst/>
              <a:ahLst/>
              <a:cxnLst/>
              <a:rect l="l" t="t" r="r" b="b"/>
              <a:pathLst>
                <a:path w="10705" h="10705" extrusionOk="0">
                  <a:moveTo>
                    <a:pt x="0" y="1"/>
                  </a:moveTo>
                  <a:lnTo>
                    <a:pt x="0" y="10705"/>
                  </a:lnTo>
                  <a:lnTo>
                    <a:pt x="10704" y="10705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640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rgbClr val="FFFFFF"/>
                  </a:solidFill>
                  <a:latin typeface="EB Garamond" pitchFamily="2" charset="0"/>
                  <a:ea typeface="EB Garamond" pitchFamily="2" charset="0"/>
                  <a:cs typeface="EB Garamond" pitchFamily="2" charset="0"/>
                  <a:sym typeface="Fira Sans Extra Condensed SemiBold"/>
                </a:rPr>
                <a:t>2</a:t>
              </a:r>
              <a:endParaRPr sz="3600" dirty="0">
                <a:solidFill>
                  <a:srgbClr val="FFFFFF"/>
                </a:solidFill>
                <a:latin typeface="EB Garamond" pitchFamily="2" charset="0"/>
                <a:ea typeface="EB Garamond" pitchFamily="2" charset="0"/>
                <a:cs typeface="EB Garamond" pitchFamily="2" charset="0"/>
                <a:sym typeface="Fira Sans Extra Condensed SemiBold"/>
              </a:endParaRPr>
            </a:p>
          </p:txBody>
        </p:sp>
        <p:sp>
          <p:nvSpPr>
            <p:cNvPr id="32" name="Google Shape;1061;p40"/>
            <p:cNvSpPr/>
            <p:nvPr/>
          </p:nvSpPr>
          <p:spPr>
            <a:xfrm>
              <a:off x="1868084" y="2873002"/>
              <a:ext cx="3550200" cy="6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068;p40"/>
            <p:cNvSpPr txBox="1"/>
            <p:nvPr/>
          </p:nvSpPr>
          <p:spPr>
            <a:xfrm>
              <a:off x="1964358" y="2925127"/>
              <a:ext cx="3327722" cy="57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dirty="0">
                  <a:latin typeface="EB Garamond" pitchFamily="2" charset="0"/>
                  <a:ea typeface="EB Garamond" pitchFamily="2" charset="0"/>
                  <a:cs typeface="EB Garamond" pitchFamily="2" charset="0"/>
                </a:rPr>
                <a:t>Styling layouts using CSS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65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7000"/>
            <a:lum/>
          </a:blip>
          <a:srcRect/>
          <a:stretch>
            <a:fillRect t="-7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33B29">
              <a:alpha val="6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10136"/>
            <a:ext cx="8229600" cy="1143000"/>
          </a:xfrm>
        </p:spPr>
        <p:txBody>
          <a:bodyPr>
            <a:noAutofit/>
          </a:bodyPr>
          <a:lstStyle/>
          <a:p>
            <a:r>
              <a:rPr lang="en-US" sz="8000" b="1" dirty="0" smtClean="0">
                <a:solidFill>
                  <a:srgbClr val="EEE6C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fair Display" pitchFamily="2" charset="0"/>
                <a:cs typeface="Times New Roman" panose="02020603050405020304" pitchFamily="18" charset="0"/>
              </a:rPr>
              <a:t>THANK YOU</a:t>
            </a:r>
            <a:endParaRPr lang="en-US" sz="8000" b="1" dirty="0">
              <a:solidFill>
                <a:srgbClr val="EEE6C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fair Display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46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245</Words>
  <Application>Microsoft Office PowerPoint</Application>
  <PresentationFormat>On-screen Show (4:3)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EB Garamond</vt:lpstr>
      <vt:lpstr>Fira Sans Extra Condensed Medium</vt:lpstr>
      <vt:lpstr>Fira Sans Extra Condensed SemiBold</vt:lpstr>
      <vt:lpstr>Montserrat</vt:lpstr>
      <vt:lpstr>Playfair Display</vt:lpstr>
      <vt:lpstr>Poppins</vt:lpstr>
      <vt:lpstr>Roboto</vt:lpstr>
      <vt:lpstr>Times New Roman</vt:lpstr>
      <vt:lpstr>Office Theme</vt:lpstr>
      <vt:lpstr>Quaid-e-Azam Muhammad Ali Jinnah</vt:lpstr>
      <vt:lpstr>GROUP MEMBERS</vt:lpstr>
      <vt:lpstr>PROJECT OBJECTIVE</vt:lpstr>
      <vt:lpstr>WEBSITE OVERVIEW</vt:lpstr>
      <vt:lpstr>EXCEL CHARTS</vt:lpstr>
      <vt:lpstr>EXCEL CHARTS</vt:lpstr>
      <vt:lpstr>TOOLS AND TECHNOLOGIES</vt:lpstr>
      <vt:lpstr>SCREENSHOTS</vt:lpstr>
      <vt:lpstr>SCREENSHOTS</vt:lpstr>
      <vt:lpstr>ACCESS THE PROJECT</vt:lpstr>
      <vt:lpstr>DESIGN DECISION</vt:lpstr>
      <vt:lpstr>REFLECTION &amp; LEARNING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amnaakram1004@gmail.com</dc:creator>
  <cp:lastModifiedBy>Fasih Ullah</cp:lastModifiedBy>
  <cp:revision>65</cp:revision>
  <dcterms:created xsi:type="dcterms:W3CDTF">2025-12-25T13:50:11Z</dcterms:created>
  <dcterms:modified xsi:type="dcterms:W3CDTF">2025-12-30T14:51:43Z</dcterms:modified>
</cp:coreProperties>
</file>